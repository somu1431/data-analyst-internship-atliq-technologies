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
  </p:notesMasterIdLst>
  <p:sldIdLst>
    <p:sldId id="257" r:id="rId2"/>
    <p:sldId id="258" r:id="rId3"/>
    <p:sldId id="259"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snapToObjects="1">
      <p:cViewPr varScale="1">
        <p:scale>
          <a:sx n="71" d="100"/>
          <a:sy n="71" d="100"/>
        </p:scale>
        <p:origin x="235" y="5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DA392B-9D4F-4C96-BB11-864E9C02A2A3}" type="datetimeFigureOut">
              <a:rPr lang="en-IN" smtClean="0"/>
              <a:t>09-11-2025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AB17AB-3EF1-48E0-A8B7-BCEA57B229ED}" type="slidenum">
              <a:rPr lang="en-IN" smtClean="0"/>
              <a:t>‹#›</a:t>
            </a:fld>
            <a:endParaRPr lang="en-IN"/>
          </a:p>
        </p:txBody>
      </p:sp>
    </p:spTree>
    <p:extLst>
      <p:ext uri="{BB962C8B-B14F-4D97-AF65-F5344CB8AC3E}">
        <p14:creationId xmlns:p14="http://schemas.microsoft.com/office/powerpoint/2010/main" val="1628032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Support 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AB Signature</a:t>
            </a:r>
            <a:endParaRPr dirty="0"/>
          </a:p>
          <a:p>
            <a:r>
              <a:rPr b="0" dirty="0"/>
              <a:t>No alt text provided</a:t>
            </a:r>
            <a:endParaRPr dirty="0"/>
          </a:p>
          <a:p>
            <a:endParaRPr dirty="0"/>
          </a:p>
          <a:p>
            <a:r>
              <a:rPr b="1" dirty="0"/>
              <a:t>City Wise Split</a:t>
            </a:r>
            <a:endParaRPr dirty="0"/>
          </a:p>
          <a:p>
            <a:r>
              <a:rPr b="0" dirty="0"/>
              <a:t>No alt text provided</a:t>
            </a:r>
            <a:endParaRPr dirty="0"/>
          </a:p>
          <a:p>
            <a:endParaRPr dirty="0"/>
          </a:p>
          <a:p>
            <a:r>
              <a:rPr b="1" dirty="0"/>
              <a:t>Age_Group Wise Split</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AB Signature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Customer Segment</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Clear all filters</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donutChart</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Customer</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AB Signature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AB Signature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Age_Group vs Policy Preference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Clear all filters</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0b7cf4e5-00ad-488b-a4a2-9c71835f0a7a/?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0b7cf4e5-00ad-488b-a4a2-9c71835f0a7a/?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0b7cf4e5-00ad-488b-a4a2-9c71835f0a7a/?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0b7cf4e5-00ad-488b-a4a2-9c71835f0a7a/?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shape ,image ,image ,actionButton ,actionButton ,actionButton ,actionButton ,Support Button ,textbox ,textbox ,textbox ,textbox ,textbox ,textbox ,textbox ,image ,image ,shape ,actionButton ,shape ,shape ,shape ,shape ,shape ,shape ,shape ,shape ,shape ,shape ,shape ,shape ,shape ,shape ,actionButton ,shape ,shape ,shape ,actionButton ,shape ,shape ,shape ,shape ,shape ,shape ,actionButton ,actionButton ,shape ,actionButton ,shape ,shape ,actionButton ,actionButton ,actionButton ,actionButton ,image ,actionButton. Please refer to the notes on this slide for details">
            <a:hlinkClick r:id="rId3"/>
          </p:cNvPr>
          <p:cNvPicPr>
            <a:picLocks noChangeAspect="1"/>
          </p:cNvPicPr>
          <p:nvPr/>
        </p:nvPicPr>
        <p:blipFill>
          <a:blip r:embed="rId4"/>
          <a:stretch>
            <a:fillRect/>
          </a:stretch>
        </p:blipFill>
        <p:spPr>
          <a:xfrm>
            <a:off x="47625" y="0"/>
            <a:ext cx="12077700" cy="6858000"/>
          </a:xfrm>
          <a:prstGeom prst="rect">
            <a:avLst/>
          </a:prstGeom>
          <a:noFill/>
        </p:spPr>
      </p:pic>
      <p:sp>
        <p:nvSpPr>
          <p:cNvPr id="4" name="Title" hidden="1"/>
          <p:cNvSpPr>
            <a:spLocks noGrp="1"/>
          </p:cNvSpPr>
          <p:nvPr>
            <p:ph type="title"/>
          </p:nvPr>
        </p:nvSpPr>
        <p:spPr/>
        <p:txBody>
          <a:bodyPr/>
          <a:lstStyle/>
          <a:p>
            <a:r>
              <a:t>Home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B Signature ,City Wise Split ,Age_Group Wise Split ,cardVisual ,textbox ,textbox ,textbox ,textbox ,slicer ,shape ,shape ,shape ,shape ,slicer ,textbox ,AB Signature ,slicer ,image ,slicer ,slicer ,slicer ,shape ,slicer ,shape ,actionButton ,actionButton ,actionButton ,actionButton ,image ,actionButton ,shape ,shape ,Customer Segment ,shape ,Clear all filters ,areaChart ,shape ,actionButton ,shape ,shape ,shape ,shape ,shape ,shape ,shape ,shape ,shape ,shape ,shape ,shape ,shape ,shape ,actionButton ,shape ,shape ,shape ,actionButton ,shape ,shape ,shape ,shape ,shape ,shape ,actionButton ,actionButton ,shape ,actionButton ,shape ,shape ,actionButton ,actionButton ,actionButton ,actionButton ,image ,actionButton. Please refer to the notes on this slide for details">
            <a:hlinkClick r:id="rId3"/>
          </p:cNvPr>
          <p:cNvPicPr>
            <a:picLocks noChangeAspect="1"/>
          </p:cNvPicPr>
          <p:nvPr/>
        </p:nvPicPr>
        <p:blipFill>
          <a:blip r:embed="rId4"/>
          <a:stretch>
            <a:fillRect/>
          </a:stretch>
        </p:blipFill>
        <p:spPr>
          <a:xfrm>
            <a:off x="47625" y="0"/>
            <a:ext cx="12077700" cy="6858000"/>
          </a:xfrm>
          <a:prstGeom prst="rect">
            <a:avLst/>
          </a:prstGeom>
          <a:noFill/>
        </p:spPr>
      </p:pic>
      <p:sp>
        <p:nvSpPr>
          <p:cNvPr id="4" name="Title" hidden="1"/>
          <p:cNvSpPr>
            <a:spLocks noGrp="1"/>
          </p:cNvSpPr>
          <p:nvPr>
            <p:ph type="title"/>
          </p:nvPr>
        </p:nvSpPr>
        <p:spPr/>
        <p:txBody>
          <a:bodyPr/>
          <a:lstStyle/>
          <a:p>
            <a:r>
              <a:t>Genaral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donutChart ,donutChart ,shape ,actionButton ,actionButton ,shape ,actionButton ,shape ,shape ,actionButton ,actionButton ,actionButton ,actionButton ,image ,actionButton ,actionButton ,actionButton ,actionButton ,actionButton ,image ,actionButton ,shape ,shape ,shape ,shape ,Customer ,areaChart ,actionButton ,areaChart ,cardVisual ,textbox ,textbox ,textbox ,textbox ,shape ,slicer ,textbox ,AB Signature ,slicer ,image ,slicer ,slicer ,slicer ,shape ,slicer ,shape ,actionButton ,shape ,actionButton ,shape ,shape ,shape ,shape ,shape ,shape ,shape ,shape ,shape ,shape ,shape ,shape ,shape ,shape ,actionButton ,shape ,shape ,shape ,actionButton ,shape ,shape ,shape ,shape ,shape ,shape. Please refer to the notes on this slide for details">
            <a:hlinkClick r:id="rId3"/>
          </p:cNvPr>
          <p:cNvPicPr>
            <a:picLocks noChangeAspect="1"/>
          </p:cNvPicPr>
          <p:nvPr/>
        </p:nvPicPr>
        <p:blipFill>
          <a:blip r:embed="rId4"/>
          <a:stretch>
            <a:fillRect/>
          </a:stretch>
        </p:blipFill>
        <p:spPr>
          <a:xfrm>
            <a:off x="47625" y="0"/>
            <a:ext cx="12077700" cy="6858000"/>
          </a:xfrm>
          <a:prstGeom prst="rect">
            <a:avLst/>
          </a:prstGeom>
          <a:noFill/>
        </p:spPr>
      </p:pic>
      <p:sp>
        <p:nvSpPr>
          <p:cNvPr id="4" name="Title" hidden="1"/>
          <p:cNvSpPr>
            <a:spLocks noGrp="1"/>
          </p:cNvSpPr>
          <p:nvPr>
            <p:ph type="title"/>
          </p:nvPr>
        </p:nvSpPr>
        <p:spPr/>
        <p:txBody>
          <a:bodyPr/>
          <a:lstStyle/>
          <a:p>
            <a:r>
              <a:t>Sales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shape ,shape ,shape ,shape ,shape ,shape ,shape ,shape ,shape ,shape ,shape ,shape ,shape ,actionButton ,shape ,shape ,slicer ,shape ,slicer ,slicer ,slicer ,image ,slicer ,AB Signature ,textbox ,slicer ,shape ,shape ,shape ,actionButton ,image ,actionButton ,actionButton ,actionButton ,actionButton ,actionButton ,image ,actionButton ,actionButton ,actionButton ,actionButton ,shape ,shape ,actionButton ,actionButton ,shape ,actionButton ,shape ,Age_Group vs Policy Preference ,shape ,donutChart ,shape ,areaChart ,shape ,clusteredBarChart ,shape ,columnChart ,Clear all filters ,shape ,shape ,shape ,shape ,shape ,shape ,actionButton ,shape ,shape ,shape ,actionButton. Please refer to the notes on this slide for details">
            <a:hlinkClick r:id="rId3"/>
          </p:cNvPr>
          <p:cNvPicPr>
            <a:picLocks noChangeAspect="1"/>
          </p:cNvPicPr>
          <p:nvPr/>
        </p:nvPicPr>
        <p:blipFill>
          <a:blip r:embed="rId4"/>
          <a:stretch>
            <a:fillRect/>
          </a:stretch>
        </p:blipFill>
        <p:spPr>
          <a:xfrm>
            <a:off x="47625" y="0"/>
            <a:ext cx="12077700" cy="6858000"/>
          </a:xfrm>
          <a:prstGeom prst="rect">
            <a:avLst/>
          </a:prstGeom>
          <a:noFill/>
        </p:spPr>
      </p:pic>
      <p:sp>
        <p:nvSpPr>
          <p:cNvPr id="4" name="Title" hidden="1"/>
          <p:cNvSpPr>
            <a:spLocks noGrp="1"/>
          </p:cNvSpPr>
          <p:nvPr>
            <p:ph type="title"/>
          </p:nvPr>
        </p:nvSpPr>
        <p:spPr/>
        <p:txBody>
          <a:bodyPr/>
          <a:lstStyle/>
          <a:p>
            <a:r>
              <a:t>Age_group</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1407</Words>
  <Application>Microsoft Office PowerPoint</Application>
  <PresentationFormat>Widescreen</PresentationFormat>
  <Paragraphs>828</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Custom Design</vt:lpstr>
      <vt:lpstr>Home</vt:lpstr>
      <vt:lpstr>Genaral</vt:lpstr>
      <vt:lpstr>Sales</vt:lpstr>
      <vt:lpstr>Age_group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manda narendra</cp:lastModifiedBy>
  <cp:revision>5</cp:revision>
  <dcterms:created xsi:type="dcterms:W3CDTF">2016-09-04T11:54:55Z</dcterms:created>
  <dcterms:modified xsi:type="dcterms:W3CDTF">2025-11-09T05:37:56Z</dcterms:modified>
</cp:coreProperties>
</file>