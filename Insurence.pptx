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62" r:id="rId3"/>
    <p:sldId id="261" r:id="rId4"/>
    <p:sldId id="264" r:id="rId5"/>
    <p:sldId id="257" r:id="rId6"/>
    <p:sldId id="259" r:id="rId7"/>
    <p:sldId id="258" r:id="rId8"/>
    <p:sldId id="260" r:id="rId9"/>
    <p:sldId id="265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20:00:52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3000 24575,'-11'300'0,"1"-96"0,3 259 0,7-453 0,0 0 0,0 1 0,-1-1 0,0 0 0,-1 0 0,-5 16 0,7-26 0,0 0 0,0 0 0,0-1 0,0 1 0,0 0 0,0 0 0,0 0 0,0 0 0,0 0 0,0 0 0,-1-1 0,1 1 0,0 0 0,0 0 0,0 0 0,0 0 0,0 0 0,0 0 0,0 0 0,-1 0 0,1-1 0,0 1 0,0 0 0,0 0 0,0 0 0,0 0 0,-1 0 0,1 0 0,0 0 0,0 0 0,0 0 0,0 0 0,0 0 0,-1 0 0,1 0 0,0 0 0,0 0 0,0 0 0,0 0 0,0 0 0,-1 0 0,1 0 0,0 1 0,0-1 0,0 0 0,0 0 0,0 0 0,-1 0 0,1 0 0,0 0 0,0 0 0,0 0 0,0 1 0,0-1 0,0 0 0,0 0 0,0 0 0,0 0 0,-1 0 0,-2-20 0,3-36 0,9-68 0,-6 81 0,23-198 0,14-82-552,64-555-2559,-39-10 1826,-64 848 1285,1 16 0,-2 0 0,-2-28 0,-3 39 812,-2 22 506,-2 23-128,-20 279 300,26-246-1352,-3 44-138,-38 523 0,29-493 0,-38 152 0,73-416 0,-14 74 0,-397 2021-1306,341-1781 1306,53-219 423,-2-47 0,-1-9 37,42-301-460,0 10 0,-41 323 0,-2 46 0,0 35 0,-1 78 0,4 217 0,3-302 0,-5-20 0,0 0 0,1 0 0,-1 0 0,0 0 0,0 0 0,0 0 0,1 1 0,-1-1 0,0 0 0,0 0 0,1 0 0,-1 0 0,0 0 0,0 0 0,1 0 0,-1 0 0,0 0 0,0 0 0,1 0 0,-1 0 0,0 0 0,0 0 0,1 0 0,-1 0 0,0-1 0,0 1 0,1 0 0,-1 0 0,0 0 0,0 0 0,0 0 0,1 0 0,-1-1 0,0 1 0,0 0 0,1-1 0,17-27 0,100-242 0,-113 256 0,3-4 0,-1 0 0,-1 0 0,0-1 0,-2 1 0,0-1 0,2-34 0,-12 524 0,6-652 0,0-1428-1163,-2 1576 1119,-3 21 235,5 12-171,0 0 1,-1 0-1,1 0 1,0 0-1,0 0 1,-1 0 0,1 0-1,0 0 1,-1 0-1,1 0 1,0 0-1,0 0 1,-1 0 0,1 0-1,0 0 1,-1 1-1,1-1 1,0 0-1,0 0 1,-1 0 0,1 0-1,0 0 1,0 1-1,0-1 1,-1 0-1,1 0 1,0 1 0,0-1-1,0 0 1,0 0-1,-1 1 1,1-1-1,0 0 1,0 0 0,0 1-1,0-1 1,0 0-1,0 0 1,0 1-1,-6 11 17,1-1 0,1 1-1,0 0 1,-3 15-1,-1 2-25,-50 211-11,-42 363 0,95-563 0,-1 5 0,1-1 0,3 1 0,1 0 0,7 55 0,-7-99 0,1 0 0,0 0 0,0-1 0,1 1 0,-1 0 0,0 0 0,0-1 0,0 1 0,0 0 0,1-1 0,-1 1 0,0 0 0,1 0 0,-1-1 0,0 1 0,1-1 0,-1 1 0,1 0 0,-1-1 0,1 1 0,-1-1 0,1 1 0,-1-1 0,1 1 0,0-1 0,-1 0 0,1 1 0,0-1 0,-1 0 0,1 1 0,0-1 0,0 0 0,0 0 0,1 0 0,0-1 0,0 1 0,0-1 0,0 0 0,-1 0 0,1 0 0,0 0 0,-1 0 0,1 0 0,0-1 0,-1 1 0,1 0 0,-1-1 0,2-1 0,17-21 0,-1-1 0,-1-1 0,23-43 0,37-94 0,-59 123 0,92-220 0,-67 153 0,-37 91 0,-1-1 0,6-25 0,-69 363-336,13 2 0,-2 549 0,46-855 327,1-10 25,0 1 0,-1-1 0,0 1 0,-1-1 0,0 0 0,0 0 1,0 1-1,-1-1 0,0 0 0,-4 9 0,6-16-3,0 0-1,0 0 0,0 0 1,-1 0-1,1 0 0,0 0 1,0 0-1,0 0 1,0 0-1,0 1 0,0-1 1,0 0-1,-1 0 0,1 0 1,0 0-1,0 0 1,0 0-1,0 0 0,0 0 1,0 0-1,0 0 0,-1 0 1,1 0-1,0 0 1,0 0-1,0 0 0,0 0 1,0 0-1,0 0 0,-1 0 1,1-1-1,0 1 1,0 0-1,0 0 0,0 0 1,0 0-1,0 0 0,0 0 1,0 0-1,0 0 0,-1 0 1,1 0-1,0-1 1,0 1-1,0 0 0,0 0 1,0 0-1,0 0 0,0 0 1,0 0-1,0 0 1,0-1-1,0 1 0,0 0 1,0 0-1,0 0 0,0 0 1,0 0-1,0 0 1,0 0-1,0-1 0,0 1 1,0 0-1,0 0 0,0 0 1,0 0-1,0 0 1,-2-14-15,-4-342 2,9 207 0,-3-480 0,-12 1106 0,0-120 0,9-232 0,3 234 0,2-412 0,2 4 0,6-131 0,1-99-422,19-1311-2025,-31 1538 2265,0 37 487,1 29 1644,-7 175-1216,-8 15-669,-49 716-2237,37 17 1551,28-894 588,0-27 90,-1-14 75,0-4 100,8-151 1689,7-47-1920,9-111-430,81-764-1724,-41 436 1547,-60 610 607,-2 14 0,-1 1 0,0 0 0,-1 0 0,-2-20 0,-1 25 2,-1 12 4,-1 17 480,-5 58 521,5 0 0,3 80 0,2-68-840,0 879-167,2-998 0,7-41 0,3-17 0,20-158 0,28-159-953,74-629-496,-131 999 1449,-1 23 0,-1 0 0,-1 0 0,0-17 0,1 38 0,-1 0 0,0 0 0,-1 15 0,-2 29 0,0 121 0,2 97-37,35 1244-3139,62-576 2036,-63-781 2248,-4-63 3211,-28-95-3814,-1-9 0,1-123-224,-3 61-255,-4-193-15,-67-1311-3118,65 1506 3107,11 245 0,-1-127 0,14 216-54,8 94-164,143 1476-3445,-124-1538 3504,-22-188 2037,-21-110-1825,0 0 0,0 0 0,0 0-1,0 0 1,0 0 0,0 0-1,0 0 1,1 0 0,-1 0-1,0 0 1,0 0 0,0 0-1,0 0 1,0 0 0,0 0-1,0 0 1,0 0 0,0 0 0,0 0-1,1 0 1,-1 0 0,0 0-1,0 0 1,0 0 0,0 0-1,0 0 1,0 1 0,0-1-1,0 0 1,0 0 0,0 0 0,0 0-1,0 0 1,0 0 0,0 0-1,0 0 1,0 0 0,0 0-1,0 0 1,0 1 0,0-1-1,2-15 1217,-2-23-570,-5-392 443,6 460-1142,-1 25 0,0-42 0,-1-22 0,-63-524 0,63 527 0,-1-6 0,0 0 0,-1 0 0,0 1 0,-1-1 0,-9-19 0,13 32 0,0-1 0,0 0 0,0 1 0,0-1 0,0 0 0,0 0 0,-1 1 0,1-1 0,0 0 0,0 1 0,0-1 0,0 0 0,0 0 0,0 1 0,-1-1 0,1 0 0,0 0 0,0 0 0,0 1 0,0-1 0,-1 0 0,1 0 0,0 0 0,0 1 0,-1-1 0,1 0 0,0 0 0,0 0 0,-1 0 0,1 0 0,0 0 0,-1 0 0,1 0 0,0 0 0,0 1 0,-1-1 0,1 0 0,0 0 0,-1-1 0,1 1 0,0 0 0,0 0 0,-1 0 0,1 0 0,0 0 0,0 0 0,-1 0 0,1 0 0,0 0 0,0-1 0,-1 1 0,1 0 0,0 0 0,0 0 0,-1 0 0,1-1 0,0 1 0,0 0 0,0 0 0,0-1 0,-1 1 0,1 0 0,0-1 0,-4 29 0,1 441 0,6-248 0,-3-186 0,0-33 0,0-4 0,0-25 0,-8-603-559,-48-5 127,51 609 432,3 19 0,1 0 0,0 0 0,0 0 0,0 0 0,1-1 0,1-9 0,-1 17 0,0 0 0,0 0 0,0 0 0,0 0 0,0 1 0,0-1 0,0 0 0,1 0 0,-1 0 0,0 0 0,0 0 0,0 0 0,0 1 0,0-1 0,0 0 0,0 0 0,0 0 0,1 0 0,-1 0 0,0 0 0,0 0 0,0 1 0,0-1 0,0 0 0,1 0 0,-1 0 0,0 0 0,0 0 0,0 0 0,0 0 0,0 0 0,1 0 0,-1 0 0,0 0 0,0 0 0,0 0 0,0 0 0,1 0 0,-1 0 0,0 0 0,0 0 0,0 0 0,0 0 0,0 0 0,1 0 0,-1-1 0,0 1 0,0 0 0,0 0 0,0 0 0,0 0 0,1 0 0,-1 0 0,0 0 0,0-1 0,0 1 0,0 0 0,0 0 0,0 0 0,0 0 0,0 0 0,0-1 0,0 1 0,0 0 0,0 0 0,0 0 0,1 0 0,-1 0 0,0-1 0,8 14 187,0 0 0,0 0 1,-1 1-1,8 21 0,4 10-132,2-4-55,7 15 0,-1 2 0,29 94 0,-51-121 0,-1 1 0,-1-1 0,-2 1 0,-4 57 0,0-13 0,2 669 0,-4-839 0,-21-125 0,14 139 0,-40-202 0,41 228 0,6 37 0,3 28 0,2 37 0,1-40 0,-1 26 0,1 26 0,0-45 0,-1-20 0,0-24 0,0 57 0,26 940 0,-25-941 0,-1-27 0,0 0 0,0-1 0,-1 1 0,1 0 0,0 0 0,0 0 0,0 0 0,0 0 0,0 0 0,0 0 0,0 0 0,-1-1 0,1 1 0,0 0 0,0 0 0,0 0 0,0 0 0,0 0 0,-1 0 0,1 0 0,0 0 0,0 0 0,0 0 0,0 0 0,0 0 0,-1 0 0,1 0 0,0 0 0,0 0 0,0 0 0,0 0 0,0 0 0,-1 0 0,1 0 0,0 0 0,0 0 0,0 0 0,0 1 0,0-1 0,0 0 0,-1 0 0,1 0 0,0 0 0,0 0 0,0 0 0,0 0 0,0 1 0,0-1 0,0 0 0,0 0 0,0 0 0,-1 0 0,1 0 0,0 0 0,0 1 0,0-1 0,0 0 0,0 0 0,-8-16 0,-45-126 0,6 11 0,-10-6 0,-197-506 0,245 626 0,6 23 0,6 33 0,31 154 0,-26-164 0,1 0 0,1 0 0,1-1 0,23 41 0,-31-65 0,0 0 0,-1 0 0,1 0 0,0 0 0,1-1 0,-1 1 0,1-1 0,6 5 0,-9-8 0,0 1 0,-1-1 0,1 1 0,0-1 0,0 0 0,0 0 0,0 1 0,-1-1 0,1 0 0,0 0 0,0 0 0,0 0 0,0 0 0,0 0 0,0 0 0,-1 0 0,1 0 0,0 0 0,0 0 0,0-1 0,1 1 0,-1-1 0,0 0 0,0 0 0,0 0 0,1-1 0,-1 1 0,0 0 0,0 0 0,0-1 0,-1 1 0,1 0 0,0-1 0,-1 1 0,1-1 0,0 1 0,-1-1 0,1-1 0,5-29 0,-1 1 0,-2-1 0,0 0 0,-3 0 0,-5-59 0,3 69 0,-10-116 0,-53-230 0,-65-130 0,119 462 0,2 2 0,1 0 0,-5-58 0,20 275 0,8 88 0,41 150 0,-24-199 0,-25-157 0,-7-57 0,-1-10 0,-8-42 0,-33-313-236,31 247-220,-36-345-2313,-217-1337-1593,177 1421 4362,64 302 0,17 59 67,4 17 402,1 19 190,3 0 1,0 0-1,6 29 0,2 10-613,23 163-46,15 99 222,-14-106 277,222 1297-884,-192-1247 186,-43-216 199,-21-55-3,0 1 0,0 0 1,1-1-1,-1 1 0,0-1 1,1 1-1,-1-1 1,0 1-1,1-1 0,-1 1 1,1-1-1,-1 1 0,1-1 1,-1 0-1,1 1 0,-1-1 1,1 0-1,-1 1 0,1-1 1,-1 0-1,1 1 1,0-1-1,0 0 0,8-10-60,0-34 697,19-406 1807,-25 350-2326,-2 43-107,6-778 79,-12 901 396,-2-5 125,-59 572-779,12-145-176,46-386 347,23-224 0,32-220 0,20-205-869,23-503-3230,-61-6 2176,-49 671 1588,7 312 335,13 71-15,0 0-1,-1 0 1,0 0 0,1 1-1,-1-1 1,0 0 0,0 0-1,0 0 1,0 1 0,-3-3-1,4 4 40,0-1 0,0 1 0,-1 0 0,1 0 0,0 0 0,-1-1-1,1 1 1,0 0 0,-1 0 0,1 0 0,0 0 0,-1 0 0,1 0 0,0 0-1,-1 0 1,1 0 0,0 0 0,-1 0 0,1 0 0,-1 0 0,1 0 0,0 0 0,-1 0-1,1 0 1,0 0 0,-1 0 0,1 1 0,0-1 0,0 0 0,-1 0 0,1 0-1,0 1 1,-1-1 0,-1 3 339,-1 0 0,1 0 0,0 1 0,0-1 0,1 0 0,-1 1 0,1-1 0,-1 1 0,0 3 0,-7 33 400,1 1 0,3-1 0,1 1 0,1 50 0,2-44-889,-8 1118-2700,11-793 3073,-1-40-247,0 413-608,-1-730 591,0-32 450,-40-766 2213,32 673-2521,6 79-125,-7-57 0,8 80 0,-1-1 0,0 1 0,-1-1 0,0 1 0,0 0 0,-1 0 0,-8-12 0,12 18 0,-1 1 0,0-1 0,-1 1 0,1-1 0,0 1 0,0-1 0,-1 1 0,1 0 0,-1 0 0,1-1 0,-1 1 0,1 0 0,-1 1 0,0-1 0,1 0 0,-1 0 0,0 1 0,0-1 0,0 1 0,1-1 0,-1 1 0,0 0 0,-2 0 0,1 0 0,0 1 0,1 0 0,-1 0 0,0 0 0,0 0 0,1 0 0,-1 0 0,1 1 0,0-1 0,-1 1 0,1 0 0,0 0 0,-3 3 0,-5 7 0,0 0 0,1 0 0,0 1 0,-8 17 0,-71 106 0,22-39 0,12-16 0,30-46 0,0 1 0,-31 69 0,54-105 0,1 1 0,0-1 0,-1 1 0,1-1 0,0 1 0,0-1 0,0 1 0,-1 0 0,1-1 0,0 1 0,0-1 0,0 1 0,0 0 0,0-1 0,0 1 0,0-1 0,0 1 0,0 0 0,0-1 0,1 1 0,-1-1 0,0 1 0,0 0 0,0-1 0,1 1 0,-1-1 0,0 1 0,1-1 0,-1 1 0,0-1 0,1 1 0,-1-1 0,1 0 0,0 2 0,1-2 0,0 1 0,-1-1 0,1 1 0,0-1 0,0 0 0,0 0 0,0 0 0,0 0 0,0 0 0,0 0 0,2-1 0,6 0 0,-2-1 0,1-1 0,0 0 0,12-5 0,-18 6 0,0 0 0,-1 0 0,1 0 0,0 0 0,-1-1 0,0 1 0,1-1 0,-1 1 0,0-1 0,0 0 0,0 0 0,-1 0 0,1 0 0,-1 0 0,0 0 0,1 0 0,-1 0 0,1-6 0,0-6 0,-1-1 0,0 1 0,-1-17 0,2-30 0,7 27 0,1 1 0,2 0 0,28-56 0,-7 14 0,-20 46 0,-5 15 0,-2 0 0,0 0 0,-1-1 0,0 0 0,-1 1 0,2-19 0,-15 47 0,-2 18 0,-80 374 0,75-321 0,3 7 0,2-130 0,-1-97 0,8-208 0,6 221 0,-2 109 0,1-12 0,-1 24 0,-2 14 0,-44 297 0,19-149 0,12-63 0,-34 258 0,49-339 0,0-16 0,0 1 0,0-1 0,0 0 0,0 0 0,0 0 0,0 0 0,0 0 0,0 0 0,0 0 0,0 0 0,0 1 0,0-1 0,0 0 0,0 0 0,0 0 0,0 0 0,0 0 0,0 0 0,0 0 0,0 0 0,0 0 0,0 0 0,0 1 0,0-1 0,1 0 0,-1 0 0,0 0 0,0 0 0,0 0 0,0 0 0,0 0 0,0 0 0,0 0 0,0 0 0,0 0 0,1 0 0,-1 0 0,0 0 0,0 0 0,0 0 0,0 0 0,0 0 0,0 0 0,0 0 0,0 0 0,1 0 0,-1 0 0,0 0 0,0 0 0,0 0 0,0 0 0,0 0 0,0 0 0,0 0 0,0 0 0,0 0 0,0 0 0,1 0 0,-1 0 0,0-1 0,0 1 0,0 0 0,0 0 0,0 0 0,0 0 0,29-48 0,215-458-360,-163 328-410,966-2293-9396,-913 2106 9139,-16 9 770,-108 330 583,-8 25 36,-3 6 91,-8 43 1667,-156 738 1226,-75 344-937,-22-162-3016,223-870 4656,61-216-3988,12-221 0,-33 331-61,-1-1 0,-1 0 0,0 1 0,0-1 0,0 1 0,-5-14 0,5 20 0,1 0 0,-1 1 0,0-1 0,0 0 0,0 1 0,0-1 0,0 1 0,0 0 0,0-1 0,0 1 0,0 0 0,-1-1 0,1 1 0,-1 0 0,1 0 0,-1 0 0,1 0 0,-1 1 0,1-1 0,-1 0 0,0 1 0,0-1 0,1 1 0,-1-1 0,0 1 0,0 0 0,1 0 0,-1 0 0,0 0 0,0 0 0,0 0 0,1 0 0,-1 1 0,0-1 0,0 1 0,1-1 0,-3 2 0,-5 1 0,0 1 0,1 0 0,0 1 0,0-1 0,0 2 0,1-1 0,-1 1 0,1 0 0,-7 8 0,-10 13 0,-22 32 0,26-32 0,-243 356 0,116-160 0,146-221 0,0 0 0,0 0 0,0 0 0,-1 0 0,1-1 0,-1 1 0,1 0 0,-1-1 0,0 1 0,1-1 0,-1 0 0,0 1 0,0-1 0,-3 1 0,5-2 0,-1 0 0,1 0 0,0 0 0,-1 0 0,1 0 0,0 0 0,-1 0 0,1-1 0,0 1 0,0 0 0,-1 0 0,1 0 0,0-1 0,-1 1 0,1 0 0,0 0 0,0-1 0,0 1 0,-1 0 0,1 0 0,0-1 0,0 1 0,0 0 0,0-1 0,-1 1 0,1 0 0,0-1 0,0 0 0,-3-20 0,6-37 0,-1 40 0,-1 1 0,-1 0 0,-1 0 0,-2-18 0,-2 19-1365,0 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20:00:54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1804 24575,'4'170'-646,"47"294"0,90 153 677,-141-615-27,6 20 84,1 0 0,15 34-1,-22-57-87,0 1 0,0 0 1,0-1-1,0 1 0,0 0 0,0-1 0,0 1 0,1 0 0,-1 0 0,0-1 0,0 1 0,0 0 1,0-1-1,0 1 0,0 0 0,1 0 0,-1-1 0,0 1 0,0 0 0,0 0 0,1 0 0,-1-1 1,0 1-1,0 0 0,1 0 0,-1 0 0,0 0 0,0-1 0,1 1 0,-1 0 0,0 0 0,0 0 1,1 0-1,-1 0 0,0 0 0,1 0 0,-1 0 0,0 0 0,1 0 0,-1 0 0,0 0 0,0 0 1,1 0-1,-1 0 0,0 0 0,1 0 0,-1 0 0,0 0 0,0 1 0,1-1 0,-1 0 0,0 0 1,0 0-1,1 0 0,-1 1 0,0-1 0,0 0 0,1 0 0,-1 1 0,0-1 0,0 0 0,0 0 1,0 1-1,0-1 0,1 0 0,-1 1 0,8-40 159,28-306 665,-30 270-820,24-358-820,25-569-2775,-40-21 1224,-16 988 2367,2 7 0,-1 0 0,-2 1 0,-1 0 0,-12-51 0,8 65 0,6 13 0,1 0 0,0 0 0,0 0 0,-1 0 0,1 0 0,0 0 0,0 0 0,-1 0 0,1 0 0,0 0 0,0 0 0,-1 0 0,1 0 0,0 0 0,0 0 0,-1 0 0,1 0 0,0 0 0,0 0 0,0 0 0,-1 0 0,1 0 0,0 0 0,0 1 0,0-1 0,-1 0 0,1 0 0,0 0 0,0 0 0,0 1 0,0-1 0,-1 0 0,1 0 0,0 0 0,0 1 0,0-1 0,0 0 0,-4 9 144,1-1-1,-1 0 1,2 1-1,-4 16 1,-74 478 3709,33 16-4475,-7 423 199,5-89-419,47-828 1031,1-10 591,0-1 1,0 1-1,2-1 0,1 16 0,-2-29-780,0-1 0,0 1 0,0-1 0,0 1 0,0-1 0,0 1 0,0-1 0,0 1 0,1-1 0,-1 1 0,0-1 0,0 1 0,0-1 0,1 1 0,-1-1 0,0 0 0,0 1 0,1-1 0,-1 1 0,0-1 0,1 0 0,-1 1 0,0-1 0,1 0 0,-1 0 0,1 1 0,-1-1 0,1 0 0,-1 0 0,1 0 0,-1 1 0,0-1 0,1 0 0,-1 0 0,1 0 0,-1 0 0,1 0 0,-1 0 0,1 0 0,-1 0 0,1 0 0,-1 0 0,1 0 0,-1 0 0,1 0 0,-1-1 0,1 1 0,-1 0 0,1 0 0,-1 0 0,0-1 0,1 1 0,-1 0 0,1-1 0,-1 1 0,0 0 0,1-1 0,-1 1 0,0 0 0,1-1 0,22-27 0,14-31 0,-3-1 0,-2-2 0,-3-1 0,32-107 0,1-37 0,-62 205 0,12-28 0,-12 31 0,0-1 0,0 0 0,0 0 0,0 0 0,0 0 0,0 0 0,0 0 0,0 0 0,0 0 0,0 1 0,0-1 0,0 0 0,1 0 0,-1 0 0,0 0 0,0 0 0,0 0 0,0 0 0,0 0 0,0 0 0,0 0 0,0 1 0,0-1 0,0 0 0,0 0 0,0 0 0,1 0 0,-1 0 0,0 0 0,0 0 0,0 0 0,0 0 0,0 0 0,0 0 0,0 0 0,0 0 0,1 0 0,-1 0 0,0 0 0,0 0 0,0 0 0,0 0 0,0 0 0,0 0 0,0 0 0,0 0 0,1 0 0,-1 0 0,0 0 0,0 0 0,0 0 0,0-1 0,0 1 0,0 0 0,0 0 0,0 0 0,0 0 0,0 0 0,0 0 0,1 0 0,-1 0 0,0 0 0,0-1 0,0 30 0,-46 299 0,25-211 0,-58 328-787,34-201-1095,-283 1478-1955,281-1502 3837,40-191-53,7-27 63,0-4 92,4-16 537,72-287 3002,75-395-1474,-149 657-2167,-2 35 0,1-1 0,-1 0 0,1 0 0,1 1 0,4-17 0,-5 23 0,0 1 0,0-1 0,0 0 0,1 1 0,-1 0 0,1-1 0,-1 1 0,1 0 0,-1 0 0,1 0 0,-1 0 0,1 0 0,0 0 0,2-1 0,34-11 0,-18 6 0,10-7 0,-1-2 0,0-1 0,50-40 0,-18 12 0,-6 3-1365,-41 32-5461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20:00:55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1901 24575,'202'419'0,"4"11"0,-203-424 0,-1 0 0,0 0 0,0-1 0,0 1 0,1-1 0,0 0 0,0 0 0,7 8 0,-10-12 0,0-1 0,1 0 0,-1 1 0,0-1 0,0 0 0,1 0 0,-1 1 0,0-1 0,0 0 0,1 0 0,-1 0 0,0 1 0,1-1 0,-1 0 0,0 0 0,1 0 0,-1 0 0,0 0 0,1 0 0,-1 1 0,0-1 0,1 0 0,-1 0 0,0 0 0,1 0 0,-1 0 0,0 0 0,1 0 0,-1-1 0,0 1 0,1 0 0,-1 0 0,0 0 0,1 0 0,-1 0 0,0 0 0,1-1 0,-1 1 0,0 0 0,0 0 0,1 0 0,-1-1 0,7-18 0,-5 2 0,0-1 0,-1 0 0,-1 0 0,-4-30 0,1 0 0,-7-151 0,2-93-505,6-736-2143,1 110 2617,0 886 13,2 14 16,-1 0 0,0 1 0,-2-1-1,0 1 1,-9-33 0,1 36 2,10 13 0,0 1 0,-1 0 0,1 0 0,0 0 0,-1 0 0,1 0 0,-1 0 0,1 0 0,0 0 0,-1 0 0,1 0 0,-1 0 0,1 0 0,0 0 0,-1 0 0,1 0 0,0 0 0,-1 0 0,1 0 0,0 1 0,-1-1 0,1 0 0,0 0 0,-1 0 0,1 1 0,-1-1 0,-1 3 0,-1 0 0,1 0 0,0 0 0,0 0 0,0 1 0,0-1 0,-1 5 0,-17 43 0,-21 86 0,29-94 0,-279 1426 1564,286-1435-1543,4-16 7,-1 0 0,-1 0 0,-1-1 0,0 1 0,-1-1-1,-1 0 1,-14 28 0,20-44 4,-1-1-1,1 0 1,0 1-1,0-1 1,0 1-1,-1-1 1,1 0-1,0 1 1,0-1-1,-1 0 1,1 1-1,0-1 1,-1 0-1,1 1 1,0-1-1,-1 0 1,1 1-1,0-1 1,-1 0-1,1 0 1,-1 0-1,1 0 1,0 1-1,-1-1 1,1 0-1,-1 0 1,1 0-1,-1 0 1,1 0-1,-1 0 1,1 0-1,0 0 1,-1 0-1,1 0 1,-1 0-1,-9-16 308,-2-35-489,11 43 234,-1-4-84,-6-32 0,4 37 0,2 25 0,1-3 0,1-6 0,-1 1 0,1 0 0,1-1 0,0 1 0,0-1 0,5 18 0,-6-27 0,0 1 0,0-1 0,0 1 0,0-1 0,1 1 0,-1-1 0,0 1 0,1 0 0,-1-1 0,0 0 0,1 1 0,-1-1 0,0 1 0,1-1 0,-1 1 0,1-1 0,-1 0 0,1 1 0,-1-1 0,1 0 0,-1 1 0,1-1 0,-1 0 0,1 0 0,-1 0 0,1 1 0,-1-1 0,1 0 0,0 0 0,-1 0 0,1 0 0,-1 0 0,1 0 0,1 0 0,-1-1 0,0 0 0,1 0 0,-1 1 0,0-1 0,0 0 0,0 0 0,0-1 0,0 1 0,0 0 0,0 0 0,0 0 0,0-1 0,0 1 0,0-2 0,9-19 0,-1-1 0,-1 1 0,9-41 0,7-77 0,-20 106 0,-2-1 0,-2-46 0,0 108-455,-2-1 0,-9 48 0,5-48-6371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20:00:56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20:01:14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2003 7920 24575,'-10'41'0,"-2"-1"0,-22 51 0,8-24 0,-343 869-855,358-911 889,9-18-33,-1 0 1,1-1-1,-2 1 1,1-1-1,-1 0 0,-8 11 1,10-18-2,4-12 0,57-165 197,-18 61 282,147-530-348,-184 630-127,5-9-4,0 1 0,2 1 0,14-24 0,10-24 0,-32 144 0,-5 274 0,4-329 0,-2-16 0,0-1 0,0 0 0,0 0 0,0 0 0,0 0 0,0 0 0,0 0 0,0 0 0,0 0 0,0 1 0,0-1 0,1 0 0,-1 0 0,0 0 0,0 0 0,0 0 0,0 0 0,0 0 0,0 0 0,0 0 0,0 0 0,0 0 0,1 0 0,-1 0 0,0 0 0,0 0 0,0 0 0,0 0 0,0 0 0,0 0 0,0 0 0,1 0 0,-1 0 0,0 0 0,0 0 0,0 0 0,0 0 0,0 0 0,0 0 0,0 0 0,0 0 0,1 0 0,-1 0 0,0 0 0,0 0 0,0 0 0,0 0 0,0 0 0,0-1 0,0 1 0,0 0 0,0 0 0,0 0 0,0 0 0,1 0 0,-1 0 0,0 0 0,14-31 0,39-103 0,72-165 0,-123 295 0,1 0 0,-1 0 0,0 0 0,-1 0 0,1 0 0,0 0 0,-1 0 0,0-1 0,0 1 0,0 0 0,-1 0 0,0-1 0,1 1 0,-2-6 0,1 10 0,0-1 0,0 1 0,0 0 0,0 0 0,0-1 0,0 1 0,0 0 0,0-1 0,-1 1 0,1 0 0,0-1 0,0 1 0,0 0 0,0 0 0,-1-1 0,1 1 0,0 0 0,0 0 0,-1 0 0,1-1 0,0 1 0,0 0 0,-1 0 0,1 0 0,0 0 0,0 0 0,-1-1 0,1 1 0,0 0 0,-1 0 0,1 0 0,0 0 0,-1 0 0,1 0 0,0 0 0,-1 0 0,1 0 0,-14 8 0,-11 18 0,24-24 0,-10 11 0,0 1 0,1 0 0,1 1 0,1 0 0,0 0 0,1 1 0,-7 23 0,8-26 0,3-21 0,2-29 0,10-87 0,28-134 0,-1 13 0,-36 226 0,0 19 0,0 0 0,0 0 0,0 1 0,0-1 0,0 0 0,0 0 0,0 0 0,0 0 0,0 0 0,0 0 0,0 0 0,0 0 0,0 0 0,0 0 0,0 0 0,0 0 0,0 0 0,0 0 0,0 1 0,0-1 0,-1 0 0,1 0 0,0 0 0,0 0 0,0 0 0,0 0 0,0 0 0,0 0 0,0 0 0,0 0 0,0 0 0,0 0 0,0 0 0,-1 0 0,1 0 0,0 0 0,0 0 0,0 0 0,0 0 0,0 0 0,0 0 0,0 0 0,0 0 0,0 0 0,0 0 0,0-1 0,-1 1 0,1 0 0,0 0 0,0 0 0,0 0 0,0 0 0,0 0 0,0 0 0,0 0 0,0 0 0,0 0 0,0 0 0,0 0 0,0 0 0,0-1 0,0 1 0,0 0 0,0 0 0,0 0 0,-14 34 0,-12 70 0,-13 111 0,14-65 0,-58 232 0,57-269 0,24-106 0,1-8 0,0-20 0,6-32 0,18-31 0,-16 66 0,-1 0 0,-1-1 0,-1 1 0,-1-1 0,-1 0 0,1-34 0,-3 52 0,0 0 0,0 0 0,0 0 0,0 0 0,0 0 0,0 0 0,0-1 0,0 1 0,-1 0 0,1 0 0,0 0 0,-1 0 0,1 0 0,-1 0 0,1 0 0,-1 0 0,0 0 0,1 1 0,-1-1 0,0 0 0,-1-1 0,1 2 0,0 0 0,1 0 0,-1 0 0,0 0 0,0 0 0,0 0 0,1 1 0,-1-1 0,0 0 0,0 0 0,1 1 0,-1-1 0,0 1 0,0-1 0,1 1 0,-1-1 0,1 1 0,-1-1 0,0 1 0,1-1 0,-1 1 0,0 0 0,-7 9 0,1 1 0,-12 18 0,15-21 0,-35 67 0,38-75 0,1-9 0,5-21 0,57-193 8,48-191-578,-87 312 478,4-6 82,20-192 0,-47 296 19,1-27-29,-5 22 43,-6 15 77,0 10 11,0-1 0,0 1 0,2 1-1,-9 22 1,3-8-103,-193 486-860,98-234 347,-81 219 505,182-483 0,-19 34 0,27-53 18,0 0-1,0 0 0,0 0 0,0-1 0,0 1 0,0 0 1,0 0-1,0 0 0,0 0 0,0 0 0,0 0 0,0 0 1,0 0-1,0 0 0,0 0 0,0 0 0,0 0 0,0 0 1,-1 0-1,1 0 0,0 0 0,0 0 0,0 0 0,0 0 1,0 0-1,0 0 0,0 0 0,0 0 0,0 0 0,0 0 1,0 0-1,0 0 0,0 0 0,0 0 0,-1 0 0,1 0 1,0 0-1,0 0 0,0 0 0,0 0 0,0 0 0,0 0 1,0 0-1,0 0 0,0 0 0,0 0 0,0 0 0,0 0 1,1-12 382,5-20-285,11-63-115,-5-2 0,-3 1 0,-8-167 0,-1 305 0,-1-29 0,1-1 0,0 1 0,1 0 0,3 15 0,-4-27 0,0 0 0,0 0 0,0-1 0,0 1 0,0 0 0,1 0 0,-1-1 0,0 1 0,0 0 0,1-1 0,-1 1 0,0 0 0,1-1 0,-1 1 0,1-1 0,-1 1 0,1-1 0,-1 1 0,1 0 0,-1-1 0,2 1 0,-1-1 0,-1-1 0,1 1 0,0-1 0,-1 0 0,1 1 0,-1-1 0,1 0 0,-1 1 0,1-1 0,-1 0 0,0 1 0,1-1 0,-1 0 0,0 0 0,0 1 0,1-1 0,-1 0 0,0 0 0,0 0 0,0 0 0,0 1 0,0-2 0,7-76 0,-5-154 0,-5 129 0,4 83 0,5 33 0,-2-3 0,260 573 0,-242-543 0,52 69 0,-74-109 0,0 0 0,0 0 0,0 0 0,0 0 0,0 0 0,0 0 0,0 0 0,0 0 0,0 0 0,0 0 0,0 0 0,0 0 0,0 0 0,0 0 0,0-1 0,0 1 0,0 0 0,0 0 0,0 0 0,0 0 0,0 0 0,0 0 0,1 0 0,-1 0 0,0 0 0,0 0 0,0 0 0,0 0 0,0 0 0,0 0 0,0 0 0,0 0 0,0 0 0,0 0 0,0 0 0,0 0 0,1 0 0,-1 0 0,0 0 0,-5-16 0,-11-22 0,-6-13 0,-33-76 0,-80-132 0,212 344 0,34 55 0,90 106 0,-171-210 0,-14-16 0,1 0 0,1-2 0,0 0 0,22 16 0,-29-30 0,-10-12 0,-16-32 0,-406-768-1819,-76 29 774,452 712 945,19 27 95,-1 1-1,-2 1 1,-48-49 0,66 76 595,16 12 645,23 19-211,90 77-1055,177 192 0,61 148-905,41 124 936,-242-338 0,-145-209 0,-6-10 0,-1 0 0,0 1 0,0-1 0,0 1 0,0 0 0,-1 0 0,1 0 0,-1 0 0,2 9 0,-4-14 8,0 1 0,0-1 0,0 1 0,0-1 1,0 1-1,0-1 0,0 1 0,0-1 0,0 1 0,-1-1 0,1 1 0,0-1 0,0 1 0,0-1 0,0 1 0,-1-1 0,1 0 0,0 1 0,-1-1 0,1 1 0,0-1 0,-1 0 1,1 1-1,0-1 0,-1 0 0,1 1 0,-1-1 0,1 0 0,0 0 0,-1 1 0,1-1 0,-1 0 0,1 0 0,-1 0 0,1 0 0,-1 0 0,1 1 0,-1-1 0,1 0 0,-1 0 1,1 0-1,-2-1 0,-23-5 590,-8-9-554,1-1-1,0-2 0,-36-27 0,32 21-27,-48-38-16,-77-73 0,64 52 0,95 82 0,-30-21 0,31 22 0,1-1 0,-1 1 0,0 0 0,0-1 0,1 1 0,-1 0 0,0 0 0,0 0 0,0-1 0,0 1 0,1 0 0,-1 0 0,0 0 0,0 1 0,0-1 0,0 0 0,1 0 0,-1 0 0,0 0 0,0 1 0,0-1 0,1 0 0,-1 1 0,0-1 0,1 1 0,-1-1 0,0 1 0,1-1 0,-1 1 0,0 0 0,1-1 0,-1 1 0,1-1 0,-1 1 0,1 0 0,0 0 0,-1-1 0,1 1 0,-1 0 0,1 0 0,0-1 0,0 2 0,-2 8 0,0-1 0,1 0 0,1 1 0,0-1 0,0 1 0,1-1 0,0 0 0,2 10 0,0 0 0,79 495 0,-40-266 0,-78-423 0,-7 1 0,-9 2 0,-6 3 0,-88-177 0,121 299 0,15 28 0,1 1 0,-12-35 0,21 53 0,0 0 0,0 0 0,0 1 0,0-1 0,1 0 0,-1 0 0,0 0 0,0 0 0,1 0 0,-1 0 0,0 1 0,0-1 0,1 0 0,-1 0 0,0 0 0,0 0 0,1 0 0,-1 0 0,0 0 0,0 0 0,1 0 0,-1 0 0,0 0 0,0 0 0,1 0 0,-1 0 0,0-1 0,0 1 0,1 0 0,-1 0 0,0 0 0,0 0 0,1 0 0,-1 0 0,0-1 0,0 1 0,0 0 0,1 0 0,-1 0 0,0-1 0,0 1 0,0 0 0,0 0 0,0-1 0,0 1 0,1 0 0,-1 0 0,0-1 0,0 1 0,0 0 0,0 0 0,0-1 0,0 1 0,0 0 0,0 0 0,0-1 0,0 1 0,0 0 0,0 0 0,0-1 0,0 1 0,0 0 0,0 0 0,-1-1 0,1 1 0,24 15 0,-20-12 0,26 20 0,-1 1 0,-1 2 0,33 37 0,62 97 0,-93-123 0,6 10 0,-32-32 0,-13-11 0,-23-13 0,-35-26 0,-98-68 0,126 78 0,-59-46 0,-101-94 0,295 266 0,309 330-299,55 56-351,19-21 289,-461-450 361,11 10 0,-22-19 0,-11-11 0,-96-85 40,-741-694 1230,823 765-1270,-1 1 0,0 1 0,-26-16 0,31 21 0,29 22 0,194 196 0,-8-6 0,-191-192 0,250 213 0,-260-222 0,1 1 0,-1-1 0,0 0 0,1 1 0,-1-1 0,0 1 0,1-1 0,-1 0 0,0 1 0,1-1 0,-1 0 0,1 1 0,-1-1 0,1 0 0,-1 0 0,1 0 0,-1 1 0,1-1 0,-1 0 0,1 0 0,-1 0 0,1 0 0,-1 0 0,1 0 0,-1 0 0,1 0 0,-1 0 0,1 0 0,-1 0 0,1 0 0,-1 0 0,1 0 0,-1-1 0,1 1 0,-1 0 0,1 0 0,-1-1 0,1 1 0,-1-4 0,0 1 0,0 0 0,0 0 0,0 0 0,-1 0 0,1 0 0,-1 0 0,0 0 0,0 0 0,-2-4 0,-120-272 0,55 137 0,-124-266-790,-720-1337-4882,912 1745 5672,-31-53 0,-63-83 0,88 129-32,4 4 89,0 0 0,0 0-1,0 1 1,-1-1-1,1 1 1,-1-1 0,1 1-1,-1 0 1,0 0-1,0 0 1,0 0 0,-5-2-1,8 4 21,0 0-1,-1 0 1,1 0-1,0 0 0,-1 1 1,1-1-1,0 0 1,-1 0-1,1 0 0,0 0 1,-1 0-1,1 0 1,0 1-1,-1-1 0,1 0 1,0 0-1,-1 1 1,1-1-1,0 0 0,0 0 1,0 1-1,-1-1 1,1 0-1,0 0 0,0 1 1,0-1-1,-1 0 1,1 1-1,0-1 0,0 0 1,0 1-1,0-1 1,0 0-1,0 1 0,0-1 1,0 1-1,0-1 1,0 0-1,0 1 0,0-1 1,0 0-1,0 1 1,0-1-1,1 1 0,2 21 357,-3-22-410,9 30 598,1 0 1,28 56-1,530 993-2236,-556-1059 1614,431 692-179,-433-697 247,2 0 0,-1-1-1,20 17 1,-31-31-46,0 0-1,0 0 1,0 0-1,0 0 1,0 0-1,0 0 1,0 0-1,0-1 1,0 1-1,0 0 1,0 0-1,0 0 1,0 0 0,0 0-1,0 0 1,0 0-1,0-1 1,0 1-1,0 0 1,0 0-1,0 0 1,0 0-1,0 0 1,0 0-1,0 0 1,0 0-1,1 0 1,-1-1-1,0 1 1,0 0 0,0 0-1,0 0 1,0 0-1,0 0 1,0 0-1,0 0 1,0 0-1,1 0 1,-1 0-1,0 0 1,0 0-1,0 0 1,0 0-1,0 0 1,0 0-1,0 0 1,1 0 0,-1 0-1,0 0 1,0 0-1,0 0 1,-3-22 102,-1 1 1,-7-23-1,-11-43-64,-33-199-27,-23-165-863,13 72-1748,-260-1381-785,310 1694 3364,11 59 1,2 15 39,1 28 655,8 289 2984,5 27-4018,2 136-1018,25 2270-4668,-39-2522 6499,-1-206 1071,0-49 36,-8-208 1750,-15-25-1980,-93-411-1,84 551-863,-1-7-526,30 90 39,2-1 0,1 0 0,2 1 0,0-1 0,11-52 0,0-7 0,-8 30 0,-2 16 0,-1 36 0,-1 14 0,0 27 0,-1-49 0,1-61 0,0 70 0,1-42 0,-1-35 0,32 500 15,-17-166-238,62 522-816,-74-737 1039,2 1 0,2-1 0,21 69 0,-17-87-12,-11-17 20,1-1 0,-1 0 0,0 0-1,1 1 1,-1-1 0,0 0 0,0 0-1,1 0 1,-1 0 0,0 0 0,1 1-1,-1-1 1,1 0 0,-1 0 0,0 0-1,1 0 1,-1 0 0,0 0 0,1 0-1,-1 0 1,0 0 0,1 0 0,-1 0-1,0 0 1,1-1 0,-1 1 0,0 0-1,1 0 1,-1 0 0,1-1 0,1-1 54,0 0 0,-1 0 1,1-1-1,-1 1 0,1-1 1,-1 1-1,0-1 1,0 0-1,0 1 0,0-1 1,0 0-1,0-3 0,8-42 2,-2-1 0,1-77-1,-6 84-46,7-327-825,-71-688-1,59 1032 809,3 14 0,-2 0 0,1 0 0,-1-1 0,-1 1 0,0 0 0,-1 0 0,-6-14 0,10 25 19,0 0-1,0 0 1,0-1 0,0 1-1,0 0 1,-1 0 0,1-1 0,0 1-1,0 0 1,0 0 0,0-1-1,0 1 1,-1 0 0,1 0-1,0 0 1,0-1 0,0 1-1,-1 0 1,1 0 0,0 0-1,0 0 1,-1 0 0,1-1-1,0 1 1,0 0 0,-1 0-1,1 0 1,0 0 0,0 0-1,-1 0 1,1 0 0,0 0 0,-1 0-1,-3 9 640,1 19-334,5 34-320,22 122-1,29 60-100,57 154-194,-71-283 212,77 155 1,-107-254 134,-7-14-25,0 1-1,0-1 0,0 1 0,-1 0 0,1 0 0,-1-1 1,0 1-1,1 0 0,-1 0 0,0 0 0,-1 1 0,2 4 0,-3-7-26,1-1-1,0 0 0,-1 0 0,1 0 0,-1 1 0,1-1 0,0 0 0,-1 0 0,1 0 0,-1 0 1,1 0-1,0 0 0,-1 0 0,1 0 0,-1 0 0,1 0 0,-1 0 0,1 0 0,0 0 0,-1 0 0,1 0 1,-1 0-1,1 0 0,-1 0 0,1-1 0,0 1 0,-1 0 0,1-1 0,-8-2-3,0-1 0,0-1 0,1 1 0,0-1 0,0-1 0,-12-11 0,-37-45 0,34 36 0,-217-272 0,108 131 0,108 140 0,21 26 0,4 3 0,13 16 0,862 830 0,-830-810 0,-30-25 0,0 1 0,-1 0 0,19 23 0,-22-25 0,-13-11 0,0-1 0,0 0 0,0 0 0,0 0 0,0 0 0,0 0 0,1 0 0,-1-1 0,0 1 0,0 0 0,0 0 0,0 0 0,0 0 0,0 0 0,0 0 0,0 0 0,1 0 0,-1 0 0,0 0 0,0 0 0,0 0 0,0 0 0,0 0 0,0 0 0,0 0 0,0-1 0,0 1 0,0 0 0,0 0 0,0 0 0,0 0 0,1 0 0,-1 0 0,0 0 0,0 0 0,0-1 0,0 1 0,0 0 0,0 0 0,0 0 0,0 0 0,0 0 0,0 0 0,0 0 0,0 0 0,0-1 0,0 1 0,0 0 0,-1 0 0,1 0 0,0 0 0,0 0 0,0 0 0,0 0 0,0 0 0,0-1 0,0 1 0,0 0 0,0 0 0,0 0 0,0 0 0,-16-34 0,-139-193 0,-6-10 0,389 614 0,-192-320 0,127 191 0,-146-227 0,-17-21 0,0 0 0,0 0 0,0 0 0,0 0 0,0 0 0,0-1 0,0 1 0,1 0 0,-1 0 0,0 0 0,0 0 0,0 0 0,0 0 0,0 0 0,0 0 0,0 0 0,0 0 0,0 0 0,0 0 0,0 0 0,0 0 0,1 0 0,-1 0 0,0-1 0,0 1 0,0 0 0,0 0 0,0 0 0,0 0 0,0 0 0,0 0 0,0 0 0,1 0 0,-1 0 0,0 0 0,0 1 0,0-1 0,0 0 0,0 0 0,0 0 0,0 0 0,0 0 0,0 0 0,0 0 0,0 0 0,1 0 0,-1 0 0,0 0 0,0 0 0,0 0 0,0 0 0,-19-47 0,14 33 0,-171-398 0,-755-1492-5321,906 1857 5321,10 17 0,-36-52 0,38 70 3,12 12-2,1 0-1,0 0 0,-1 0 0,1 0 0,0 0 0,0 0 0,-1 1 0,1-1 0,0 0 0,0 0 1,-1 0-1,1 0 0,0 0 0,0 1 0,0-1 0,-1 0 0,1 0 0,0 1 0,0-1 0,0 0 0,0 0 1,-1 0-1,1 1 0,0-1 0,0 0 0,0 1 0,0-1 0,0 0 0,0 0 0,0 1 0,0-1 1,0 0-1,0 1 0,1 42 594,27 146 2291,40 94-2924,-44-191 157,143 514-297,52-18-54,-199-543 198,-9-16 34,2-2-1,1 1 0,1-2 1,1 0-1,24 29 1,-82-116 1969,-209-355-2210,25-21-320,-22-39 207,225 441 355,47 104 629,-7-29-137,48 128-414,7-4 0,179 295-1,-237-438-66,17 29-2,2-2 1,3-1 0,80 84-1,-98-119-9,-18-12 0,0 0 0,1 0 0,-1 0 0,0 0 0,1 0 0,-1 0 0,0 0 0,1 0 0,-1 0 0,0 0 0,1 0 0,-1 0 0,0 0 0,1 0 0,-1 0 0,0 0 0,1 0 0,-1-1 0,0 1 0,0 0 0,1 0 0,-1 0 0,0 0 0,0-1 0,1 1 0,-1 0 0,0 0 0,0-1 0,1 1 0,-1 0 0,0 0 0,0-1 0,0 1 0,2-6 0,-1 0 0,0 0 0,0 0 0,-1 0 0,1-1 0,-1 1 0,-2-7 0,-56-485-573,53 464 412,-112-622-3195,-262-889 3043,274 1223 313,76 260 0,28 61 0,1 0 0,-1 0 0,1 0 0,-1 0 0,0 0 0,0 0 0,1 0 0,-1 0 0,0 0 0,0 0 0,0 1 0,0-1 0,0 0 0,0 0 0,0 1 0,0-1 0,0 1 0,-2-1 0,3 1 0,-1 0 0,0 1 0,1-1 0,-1 1 0,1-1 0,-1 1 0,0-1 0,1 1 0,-1 0 0,1-1 0,0 1 0,-1 0 0,1-1 0,0 1 0,-1 0 0,1-1 0,0 1 0,0 0 0,-1-1 0,1 1 0,0 0 0,0 0 0,0 0 0,0-1 0,0 1 0,0 0 0,0 0 0,0 27 917,0-1 1,2 0-1,6 37 0,104 456-374,-86-416-742,315 1188-2034,-327-1242 2193,1 2 32,38 94 0,-38-125-26,-14-21 50,-1 0 0,0 1 0,1-1 0,-1 0 0,1 0 0,-1 1-1,1-1 1,-1 0 0,1 0 0,0 0 0,-1 0 0,1 0 0,-1 0-1,1 0 1,-1 0 0,1 0 0,-1 0 0,1 0 0,-1 0 0,1 0-1,-1 0 1,1 0 0,-1 0 0,1-1 0,-1 1 0,1 0 0,3-3 122,-2 0 0,1 0 0,0-1 1,-1 1-1,1-1 0,-1 1 1,0-1-1,0 0 0,0 1 0,2-8 1,45-127-11,48-212 0,-78 270-229,100-435-820,-37-12 342,-78 489 558,-1 19 65,-1 0 0,-1-1-1,0 1 1,-1-1 0,-2 1 0,-4-30-1,6 49 8,0-1 0,0 0-1,0 0 1,-1 1 0,1-1 0,0 0 0,0 0-1,-1 1 1,1-1 0,0 0 0,-1 1-1,1-1 1,0 0 0,-1 1 0,1-1-1,-1 0 1,1 1 0,-1-1 0,0 1-1,1-1 1,-1 1 0,1 0 0,-1-1-1,0 1 1,1-1 0,-1 1 0,-1 0 0,1 0-28,0 0 0,0 0 0,0 1 0,0-1 1,0 1-1,1-1 0,-1 1 0,0-1 1,0 1-1,0-1 0,1 1 0,-1 0 0,0-1 1,0 1-1,1 0 0,-1 0 0,0 1 1,-3 4-28,0 0 1,1 0 0,0 1 0,-4 11-1,4-8 4,0 1 0,0 0 0,1-1 0,1 1 0,0 0 0,0 1 0,1-1 0,1 0 0,2 18 0,-3-28 0,1 1 0,-1-1 0,1 0 0,-1 0 0,1 0 0,-1 0 0,1 0 0,-1 1 0,1-1 0,0 0 0,0-1 0,0 1 0,-1 0 0,1 0 0,2 1 0,-3-2 0,1 0 0,-1 0 0,1 1 0,-1-1 0,1 0 0,-1 0 0,1 0 0,0 0 0,-1 0 0,1 0 0,-1 0 0,1 0 0,0 0 0,-1 0 0,1-1 0,-1 1 0,1 0 0,-1 0 0,1 0 0,-1-1 0,1 1 0,0-1 0,3-2 0,0-1 0,0 0 0,0 0 0,0 0 0,4-8 0,6-4 0,-14 16 0,1 0 0,-1 0 0,0 0 0,0 0 0,0 0 0,1 1 0,-1-1 0,0 0 0,0 0 0,0 0 0,0 0 0,1 1 0,-1-1 0,0 0 0,0 0 0,0 0 0,0 1 0,0-1 0,0 0 0,0 0 0,0 0 0,1 1 0,-1-1 0,0 0 0,0 0 0,0 1 0,0-1 0,0 0 0,0 0 0,0 0 0,0 1 0,0-1 0,0 0 0,-1 0 0,1 1 0,0-1 0,0 0 0,0 0 0,0 0 0,0 1 0,0-1 0,0 0 0,0 0 0,-1 0 0,1 1 0,0-1 0,-55 360 0,43-287 0,-137 580 0,128-592 0,9-38 0,15-59 0,57-394-613,4-497-1,-63 904 614,-1-8 0,-4 70 0,-54 2090-330,57-2116 1454,-3-31-788,0 3-288,-15-59-40,-3 2 0,-4 1 1,-2 1-1,-4 1 0,-65-104 0,93 167-8,-24-33 0,27 37 0,0 0 0,-1 0 0,1 1 0,-1-1 0,1 1 0,-1-1 0,0 1 0,0 0 0,1 0 0,-1 0 0,0 0 0,0 0 0,0 0 0,-1 0 0,1 1 0,0-1 0,-2 0 0,3 1 0,0 1 0,0-1 0,0 0 0,0 1 0,0-1 0,1 0 0,-1 1 0,0-1 0,0 1 0,0-1 0,1 1 0,-1 0 0,0-1 0,1 1 0,-1 0 0,0-1 0,1 1 0,-1 0 0,1 0 0,-1 0 0,1 0 0,-1-1 0,1 1 0,0 0 0,0 0 0,-1 0 0,1 0 0,0 1 0,-5 36 0,5-34 0,2 237 0,0-204 0,36 477-944,117 566-1,-94-792 945,-49-237 0,-35-159 1574,-32-129-1457,-131-541-1240,172 722 1123,-27-92 0,32 123 0,0 0 0,-2 1 0,-21-36 0,31 59 57,2 3 93,3 11 304,11 18 206,120 179-660,-109-175 0,2 0 0,2-2 0,54 47 0,-83-79 0,0 1 0,1-1 0,-1 0 0,0 0 0,1 0 0,-1 0 0,1 0 0,-1 0 0,1 0 0,0-1 0,-1 1 0,1-1 0,0 1 0,0-1 0,-1 1 0,1-1 0,0 0 0,0 0 0,-1 0 0,4 0 0,-4-1 0,1 0 0,-1 0 0,0 0 0,1-1 0,-1 1 0,0 0 0,0 0 0,0-1 0,0 1 0,0-1 0,-1 1 0,1-1 0,0 1 0,-1-1 0,1 0 0,-1 1 0,1-1 0,-1 1 0,0-1 0,0 0 0,0 1 0,0-1 0,0-2 0,0-12 0,0 1 0,-2-1 0,0 0 0,0 1 0,-1-1 0,-1 1 0,-1 0 0,-7-16 0,-59-118 0,58 124 0,-14-26 0,-2 1 0,-3 2 0,-1 0 0,-43-44 0,70 85 0,0 2 0,1 0 0,1-1 0,-1 0 0,1 0 0,0 0 0,-4-7 0,53 66 0,264 416 0,-213-317 0,-85-134 0,238 362 0,-196-313 0,-51-65 0,8 9 0,-8-13 0,-8-12 0,-19-36 0,-49-69 0,52 84 0,-537-747-1314,191 282 642,311 418 672,-87-113 0,139 192 166,13 16 248,16 24 661,308 487-1114,-46-68-1232,-202-328 1261,133 195-136,-213-318 146,2 4 0,0 0 0,1-1 0,0 0 0,11 10 0,-18-18 5,0 0-1,0 1 1,1-1-1,-1 0 1,0 0-1,0 0 1,0 0-1,0 0 1,1 1-1,-1-1 1,0 0-1,0 0 1,0 0-1,0 0 1,1 0-1,-1 0 1,0 0 0,0 0-1,0 0 1,1 1-1,-1-1 1,0 0-1,0 0 1,1 0-1,-1 0 1,0 0-1,0 0 1,0-1-1,1 1 1,-1 0-1,0 0 1,0 0-1,0 0 1,1 0-1,-1 0 1,0 0-1,0 0 1,0 0-1,1 0 1,-1-1 0,0 1-1,0 0 1,0 0-1,0 0 1,0 0-1,1-1 1,-1 1-1,0 0 1,0 0-1,0 0 1,0-1-1,0 1 1,0 0-1,0 0 1,0 0-1,0-1 1,0 1-1,0 0 1,0-1-1,1-4 177,-1-1 0,0 0 0,0 0 0,-1 0 0,-2-9-1,-15-80-52,-35-101 0,18 72-112,-107-369-1018,-56-166-3112,-316-902 1004,404 1256 2600,85 236 425,-70-166-167,73 200 49,22 35 208,0 0 0,0 0 0,0-1 0,-1 1 0,1 0 0,0 0 0,0 0 0,0 0 0,-1 0 0,1-1 0,0 1 0,0 0 0,0 0 0,-1 0-1,1 0 1,0 0 0,0 0 0,0 0 0,-1 0 0,1 0 0,0 0 0,0 0 0,-1 0 0,1 0 0,0 0 0,0 0 0,0 0 0,-1 0 0,1 0 0,0 0 0,0 0-1,-1 0 1,1 0 0,0 0 0,0 0 0,0 1 0,-1-1 0,1 0 0,0 0 0,0 0 0,-4 20 805,6 14 207,2-1 1,1 1 0,12 42-1,-10-46-1038,167 599 1844,34-5-2737,-186-561 825,28 85 216,268 696-736,-300-809 1414,-18-35-786,0 0 0,1 1 0,-1-1 0,0 1 0,0-1-1,0 0 1,0 1 0,0-1 0,1 1 0,-1-1 0,0 0-1,0 1 1,0-1 0,1 0 0,-1 1 0,0-1 0,1 0-1,-1 0 1,0 1 0,1-1 0,-1 0 0,0 0 0,1 1 0,-1-1-1,0 0 1,1 0 0,-1 0 0,1 0 0,-1 0 0,0 1-1,1-1 1,-1 0 0,1 0 0,-1 0 0,1 0 0,-1 0-1,0 0 1,1 0 0,-1-1 0,1 1 0,5-23 1252,-4-30-1100,-7-101 0,4 131-144,-19-213-235,19 231 185,-65-648-1026,-29-1 1085,85 592-36,-36-113 0,39 161 5,3 19-17,2 29 346,2-33-316,1 214 1708,0 3-1726,3 1688-3235,-5-1875 3235,1-13 0,0 0 0,1 0 0,3 19 0,0-27-50,2-12-10,8-23 430,-11 19-184,260-561 1691,-130 272-3034,-62 141 951,222-502-420,-285 639 626,-1 1 0,-1 0 0,0 0 0,-1-1 0,5-23 0,-10 40 0,0 0 1,0-1-1,0 1 0,0 0 0,1-1 0,-1 1 0,0 0 0,0-1 0,0 1 0,0 0 0,0-1 0,0 1 0,0 0 0,0-1 1,0 1-1,0 0 0,0-1 0,0 1 0,0 0 0,0-1 0,0 1 0,-1 0 0,1-1 0,0 1 0,0 0 0,0-1 1,0 1-1,-1 0 0,1 0 0,0-1 0,0 1 0,0 0 0,-1 0 0,1-1 0,0 1 0,-1 0 0,-10 9 498,-11 26 920,-11 37-1091,4 3 1,-37 139 0,41-128-329,-190 597 1,205-649 0,-8 48 0,54-342 0,17-157 0,-51 381 0,-3 36 0,1 0 0,0 0 0,0 1 0,0-1 0,0 0 0,0 0 0,0 0 0,0 0 0,-1 0 0,1 0 0,0 1 0,0-1 0,0 0 0,0 0 0,-1 0 0,1 0 0,0 0 0,0 0 0,0 0 0,0 0 0,-1 0 0,1 0 0,0 0 0,0 0 0,0 0 0,-1 0 0,1 0 0,0 0 0,0 0 0,0 0 0,0 0 0,-1 0 0,1 0 0,0 0 0,0 0 0,0 0 0,0 0 0,-1 0 0,1-1 0,0 1 0,0 0 0,0 0 0,0 0 0,0 0 0,-1 0 0,1 0 0,0-1 0,0 1 0,0 0 0,0 0 0,0 0 0,0 0 0,0-1 0,0 1 0,-19 55 0,-181 738-1157,30 12-420,122-570 1447,-12 65 130,53-262-2,-52 307-106,58-335 104,-1 0 0,2 1 1,-1-1-1,1 0 0,3 21 1,-3-30 3,1-1 0,-1 1 0,0 0 0,0-1 0,0 1 0,1-1 0,-1 1 0,0-1 0,0 1 0,1-1 0,-1 1 0,1-1 0,-1 1 0,0-1 0,1 1 0,-1-1 0,1 0 0,-1 1 0,1-1 0,-1 0 0,1 1 0,-1-1 0,1 0 0,-1 0 0,1 1 0,0-1 0,-1 0 0,2 0 0,0 0 0,-1-1 0,1 1 0,0-1 0,0 1 0,0-1 0,0 0 0,0 1 0,0-1 0,-1 0 0,1 0 0,0-1 0,1 0 0,22-20 0,-1-1 0,40-50 0,170-225-788,111-171-2363,39-64 2363,-34 36 788,-68 92 0,-82 109 346,-182 268-215,147-232 1485,-157 243-1586,-14 23 0,-22 33 3,-592 891 3274,355-539-2450,66-102-675,242-356 982,3-10-1163,102-160 25,-126 202-7,711-1158-3556,-724 1177 3516,147-267-315,-151 276 336,-1-2 0,-1 1 0,0-1 0,0 1 0,3-18 0,-6 26 0,0-1 0,0 1 0,0-1 0,0 0 0,0 1 0,0-1 0,0 0 0,0 1 0,0-1 0,0 1 0,0-1 0,-1 0 0,1 1 0,0-1 0,-1 1 0,1-1 0,0 1 0,-1-1 0,1 1 0,0-1 0,-1 1 0,1-1 0,-2 0 0,1 1 0,0-1 0,-1 1 0,1 0 0,0-1 0,-1 1 0,1 0 0,0 0 0,0 0 0,-1 0 0,1 0 0,0 0 0,-1 0 0,1 1 0,-2 0 0,-14 5 0,0 0 0,0 2 0,1 0 0,-17 11 0,-157 103 0,-94 76-42,-650 502-136,14 34-394,868-691 490,16-14 69,-57 39 0,88-66 13,5-4 0,15-15 0,271-278 0,6-15-154,905-1040 1,-953 1048 276,-196 236-123,-95 142 0,-283 505-138,244-423-67,-304 564-1166,-29 90 311,41-46-1810,79-132 2153,86-170 717,82-172 0,114-254 0,-17 59 0,33-87 0,6-9 0,19-25 0,88-124 0,569-840 5486,-521 751-4184,-28 33-460,-116 172-842,-15 30 0,-2 3 0,-12 18 0,-252 476 1222,93-161-211,151-295-777,5-8 4,-24 33 1,35-60-239,7-15 0,14-29 0,96-196 7,110-271 608,-213 483-588,-2-1 0,-1 0 0,0 0 0,2-44 0,-7 56-28,-2 0 0,1 0 0,-2 0 1,1 0-1,-2 1 0,0-1 0,0 1 0,-1-1 0,-1 1 0,0 0 0,-7-11 0,7 12 1,0 1 0,1-1 0,0 0 0,1 0 0,0 0 0,0 0 0,-1-23 0,4-84 0,2 67 0,-1-151 0,-1 218 0,-1-8 0,1 0 0,0 0 0,0 1 0,0-1 0,1 0 0,1 0 0,-1 0 0,1 0 0,1 0 0,-1 0 0,1 0 0,5 8 0,-8-15 0,0-1 0,1 1 0,-1-1 0,0 0 0,0 1 0,0-1 0,0 0 0,0 1 0,0-1 0,1 0 0,-1 1 0,0-1 0,0 0 0,1 1 0,-1-1 0,0 0 0,0 0 0,1 1 0,-1-1 0,0 0 0,1 0 0,-1 0 0,0 1 0,1-1 0,-1 0 0,0 0 0,1 0 0,-1 0 0,1 0 0,-1 0 0,0 0 0,1 0 0,-1 0 0,0 0 0,1 0 0,-1 0 0,1 0 0,-1 0 0,0 0 0,1 0 0,-1 0 0,0 0 0,1 0 0,-1-1 0,0 1 0,1 0 0,-1 0 0,0 0 0,1-1 0,-1 1 0,0 0 0,0 0 0,1-1 0,-1 1 0,0 0 0,0-1 0,1 1 0,-1 0 0,0-1 0,0 1 0,0 0 0,1-1 0,2-28 0,-5 9 0,-1 0 0,-1 0 0,0 1 0,-10-25 0,-36-80 0,20 52 0,13 29 0,10 21 0,-1 1 0,0 1 0,-2-1 0,-1 1 0,-14-20 0,25 40 0,0-1 0,0 1 0,0 0 0,0 0 0,0 0 0,0 0 0,0-1 0,0 1 0,0 0 0,-1 0 0,1 0 0,0 0 0,0-1 0,0 1 0,0 0 0,0 0 0,0 0 0,0 0 0,-1 0 0,1-1 0,0 1 0,0 0 0,0 0 0,0 0 0,-1 0 0,1 0 0,0 0 0,0 0 0,0 0 0,0 0 0,-1 0 0,1 0 0,0 0 0,0 0 0,0 0 0,0 0 0,-1 0 0,1 0 0,0 0 0,0 0 0,0 0 0,-1 0 0,1 0 0,0 0 0,0 0 0,0 0 0,0 0 0,-1 0 0,1 0 0,0 1 0,0-1 0,0 0 0,0 0 0,-1 0 0,1 14 0,7 21 0,57 226 0,-56-229 0,-6-20 0,0-3 0,0-1 0,0 0 0,0 0 0,1 1 0,7 12 0,-4-18 0,-2-13 0,-2-9 0,-1 1 0,-1-25 0,-9-133 0,-190-1321-3059,154 1302 3059,40 184 544,2 17 362,3 25 173,0-26-1250,23 312 943,25 2-923,-26-179 126,74 577-499,-95-699 524,5 27 0,-6-43 0,0-1 0,0 1 0,1 0 0,-1 0 0,1-1 0,-1 1 0,1-1 0,-1 1 0,1 0 0,0-1 0,0 1 0,0-1 0,0 0 0,0 1 0,0-1 0,3 3 0,-4-4 0,1 0 0,-1 0 0,0 0 0,1 0 0,-1 0 0,1 0 0,-1 0 0,0 0 0,1 0 0,-1 0 0,1 0 0,-1 0 0,0 0 0,1-1 0,-1 1 0,0 0 0,1 0 0,-1 0 0,1 0 0,-1-1 0,0 1 0,1 0 0,-1 0 0,0-1 0,0 1 0,1 0 0,-1 0 0,0-1 0,16-23 0,47-143 0,84-301 0,75-332-1026,28-236-3077,-17-81 2321,-48 62-1242,-64 156 1798,-60 203-654,-46 207 1304,-26 179 150,7 267 608,-19-84 0,20 117 106,1 0 0,-2 1 0,1-1 0,-11-16 0,13 24-223,0 0 0,0 0-1,0 1 1,-1-1 0,1 1-1,-1-1 1,1 1 0,-1-1-1,0 1 1,1 0 0,-1 0-1,0 0 1,0 0 0,0 0-1,0 0 1,0 0 0,0 1-1,0-1 1,0 0 0,0 1-1,0 0 1,0 0 0,0 0-1,-3 0 1,1 1 158,-1 0 0,1 0 1,0 1-1,0 0 0,-1 0 0,1 0 0,0 1 1,1-1-1,-1 1 0,0 0 0,1 0 0,0 0 1,-1 0-1,1 1 0,1-1 0,-1 1 0,0 0 0,1 0 1,-3 4-1,-4 10 1037,0 0 0,-13 38 0,-36 146-315,-34 188-1577,-32 243-1895,-13 209 1088,-184 2349-6082,301-2688 6546,15-127 977,10-111 977,-2-187 495,22 127 1,-24-200-1386,0 5 553,1 1 0,1-1 0,-1 0 0,2 0 0,-1 0 0,11 17 0,-14-26-575,0 0 0,0-1 0,1 1 0,-1-1 0,1 1 0,-1 0 0,0-1 0,1 1 0,-1-1 0,1 1 1,0-1-1,-1 0 0,1 1 0,-1-1 0,1 0 0,-1 1 0,1-1 0,0 0 0,-1 1 0,1-1 0,0 0 0,-1 0 0,1 0 0,0 0 0,-1 0 0,2 0 0,0 0 90,-1-1 0,0 0 0,0 1 0,0-1 0,1 0-1,-1 0 1,0 0 0,0 0 0,0 0 0,-1 0 0,1 0-1,0 0 1,0-1 0,0 1 0,0-2 0,13-24 412,-2 0-1,18-55 1,-16 40-222,49-151-77,311-1092-3121,-318 1045 2736,-53 226 115,3-13 0,-4 33 0,-1 20 0,-19 340 0,9-244 0,-37 446-722,-18 162-2168,-195 2069-2069,224-2412 4094,2 6 649,25-328 864,5-56 650,-1-16 0,-9-65-649,-33-318-671,22 165 195,-47-385 431,-17-66-453,2 51-151,10 120 0,14 137 194,57 340-131,-68-327 846,51 292-909,13 52 0,3 17 0,3 19 0,4 266 6297,3-159-5941,-3-81-356,3 84 0,-2-118 0,1 1 0,0-1 0,1 0 0,1 0 0,10 24 0,-15-39 0,1-1 0,0 1 0,-1 0 0,1-1 0,0 1 0,0-1 0,0 1 0,0-1 0,0 0 0,0 1 0,0-1 0,1 0 0,-1 0 0,0 0 0,1 0 0,2 2 0,-3-3 0,1-1 0,-1 1 0,0 0 0,0-1 0,0 0 0,0 1 0,0-1 0,0 1 0,0-1 0,0 0 0,0 0 0,0 0 0,0 0 0,0 0 0,0 1 0,-1-1 0,1-1 0,0 1 0,-1 0 0,1 0 0,0 0 0,-1 0 0,0 0 0,1-1 0,-1 1 0,0 0 0,1-2 0,12-34 0,-2-1 0,-1 0 0,6-45 0,7-123 0,-21 189 0,14-363 0,-14 355 0,-1 26 0,0 0 0,0 0 0,0 0 0,0 0 0,0 0 0,0 1 0,0-1 0,0 0 0,-1 1 0,1-1 0,0 1 0,-1-1 0,1 0 0,-1 1 0,0-1 0,1 2 0,93 311 0,-53-166 0,17 56 0,61 205 0,-44-212 0,-69-182 0,-5-12 0,0 0 0,1 0 0,-1 0 0,-1 0 0,1 0 0,0 0 0,-1 0 0,1 0 0,-1 0 0,0 4 0,0-6 0,-1 0 0,1 0 0,-1 0 0,1-1 0,-1 1 0,1 0 0,-1 0 0,1 0 0,-1 0 0,0-1 0,0 1 0,1 0 0,-1-1 0,0 1 0,0 0 0,0-1 0,0 1 0,0-1 0,1 0 0,-1 1 0,0-1 0,0 0 0,0 1 0,0-1 0,0 0 0,0 0 0,0 0 0,0 0 0,0 0 0,-1 0 0,1 0 0,-1 0 0,-10-1 0,0 0 0,0 0 0,0-1 0,0-1 0,0 0 0,-14-6 0,-74-34 0,52 20 0,-77-32 0,123 55 0,0-1 0,0 1 0,0-1 0,0 0 0,1 1 0,-1-1 0,0 0 0,0 0 0,0-1 0,1 1 0,-1 0 0,1 0 0,-1-1 0,-1-2 0,3 4 0,-1-1 0,1 1 0,0-1 0,0 1 0,0-1 0,0 1 0,0-1 0,0 1 0,0-1 0,1 1 0,-1-1 0,0 1 0,0-1 0,0 1 0,0-1 0,1 1 0,-1 0 0,0-1 0,0 1 0,1-1 0,-1 1 0,0 0 0,1-1 0,18-14 0,119-60 0,9-5 0,-103 52 0,-1 3 0,-1-2 0,74-63 0,-98 67 0,-18 22 0,0 1 0,0 0 0,0 0 0,0 0 0,0 0 0,0 0 0,0 0 0,0 0 0,0-1 0,0 1 0,0 0 0,0 0 0,0 0 0,0 0 0,0 0 0,0 0 0,0-1 0,0 1 0,0 0 0,0 0 0,0 0 0,0 0 0,0 0 0,0 0 0,0 0 0,0 0 0,0-1 0,-1 1 0,1 0 0,0 0 0,0 0 0,0 0 0,0 0 0,0 0 0,0 0 0,0 0 0,0 0 0,-1 0 0,1 0 0,0 0 0,0 0 0,0-1 0,0 1 0,0 0 0,0 0 0,0 0 0,-1 0 0,1 0 0,0 0 0,0 0 0,0 0 0,0 0 0,0 0 0,0 1 0,0-1 0,-1 0 0,1 0 0,0 0 0,-20 9 0,-294 208 0,211-141 0,-12 7 0,-458 304 0,547-376 0,26-11 0,-1 0 0,1 0 0,0 0 0,0 0 0,0 0 0,0 0 0,-1 0 0,1-1 0,0 1 0,0 0 0,0 0 0,0 0 0,0 0 0,0-1 0,0 1 0,-1 0 0,1 0 0,0 0 0,0 0 0,0-1 0,0 1 0,0 0 0,0 0 0,0 0 0,0-1 0,0 1 0,0 0 0,0 0 0,0 0 0,0-1 0,0 1 0,0 0 0,0 0 0,1 0 0,-1 0 0,0-1 0,0 1 0,0 0 0,0 0 0,0 0 0,0 0 0,0-1 0,0 1 0,1 0 0,-1 0 0,0 0 0,0 0 0,0 0 0,0 0 0,1-1 0,-1 1 0,0 0 0,0 0 0,0 0 0,1 0 0,40-44 0,-34 37 0,820-836-1123,-791 806 1123,-15 17 0,0-1 0,-2-1 0,0 0 0,-1-2 0,-2 0 0,19-36 0,-35 60 3,-1 0 1,1 0-1,0 0 1,-1 1-1,1-1 1,0 0-1,-1 0 1,1 0-1,0 0 1,-1 0-1,1 0 1,-1 0-1,1 0 1,0 0 0,-1 0-1,1 0 1,0 0-1,-1 0 1,1 0-1,-1 0 1,1 0-1,0 0 1,-1-1-1,1 1 1,0 0-1,-1 0 1,1 0-1,0-1 1,-1 1 0,1 0-1,0 0 1,0-1-1,-1 1 1,1 0-1,0 0 1,0-1-1,-1 1 1,1 0-1,0-1 1,0 1-1,0 0 1,0-1-1,0 1 1,-1-1 0,1 1-1,0 0 1,0-1-1,0 1 1,0-1-1,0 1 1,0 0-1,0-1 1,0 1-1,0 0 1,1-1-1,-1 1 1,0-1-1,0 1 1,0 0 0,0-1-1,0 1 1,1 0-1,-1-1 1,0 1-1,0 0 1,1-1-1,-30 16 697,-21 25-634,1 1 0,-56 63-1,-44 39-75,130-121 10,19-22 0,0 0 0,0 0 0,0 0 0,1 0 0,-1 0 0,0 0 0,0 0 0,0-1 0,0 1 0,0 0 0,0 0 0,0 0 0,0 0 0,0 0 0,0 0 0,0 0 0,0 0 0,0 0 0,0 0 0,0 0 0,1 0 0,-1 0 0,0 0 0,0 1 0,0-1 0,0 0 0,0 0 0,0 0 0,0 0 0,0 0 0,0 0 0,0 0 0,0 0 0,0 0 0,0 0 0,0 0 0,0 0 0,0 0 0,0 0 0,0 0 0,0 0 0,0 0 0,1 0 0,-1 0 0,0 0 0,0 0 0,0 1 0,0-1 0,0 0 0,0 0 0,0 0 0,0 0 0,0 0 0,0 0 0,0 0 0,0 0 0,0 0 0,0 0 0,0 0 0,-1 0 0,14-10 0,53-54 0,-99 104 0,-40 36 0,-10 11 0,64-65 0,-167 183 0,137-156 0,-109 85 0,156-133 0,0 1 0,0-1 0,1 1 0,-1-1 0,1 1 0,-1 0 0,1 0 0,-1-1 0,1 1 0,-1 3 0,4 2 0,14-8 0,11-8 0,-2-1 0,1-1 0,-1-1 0,40-27 0,-53 33 0,450-314 0,-434 294 0,-28 26 0,1-1 0,-1 1 0,0 0 0,1-1 0,-1 1 0,0 0 0,0-1 0,1 1 0,-1 0 0,0-1 0,0 1 0,0-1 0,1 1 0,-1-1 0,0 1 0,0 0 0,0-1 0,0 1 0,0-1 0,0 1 0,0-1 0,0 1 0,0-1 0,0 1 0,0-1 0,-1 0 0,0 1 0,0 0 0,0 0 0,0 0 0,0-1 0,0 1 0,0 0 0,0 0 0,0 0 0,-1 0 0,1 1 0,0-1 0,0 0 0,0 0 0,0 1 0,0-1 0,-1 1 0,-47 17 0,-56 27 0,82-34 0,-454 238-474,88-42 230,282-151 244,90-45 0,17-9 0,12-6 0,16-7 145,-1-2 0,41-25 0,-15 7 18,162-97-43,84-60-730,935-624-3717,-952 607 4072,-224 154 255,-45 35 7,-13 16-7,0 0 0,1-1 0,-1 1 0,0 0-1,0 0 1,0 0 0,0 0 0,0 0 0,0 0-1,0 0 1,0 0 0,0 0 0,0 0-1,0 0 1,0-1 0,0 1 0,0 0 0,0 0-1,0 0 1,0 0 0,0 0 0,0 0 0,0 0-1,0 0 1,0-1 0,0 1 0,0 0-1,0 0 1,0 0 0,0 0 0,0 0 0,0 0-1,0 0 1,0 0 0,0 0 0,0-1-1,0 1 1,0 0 0,0 0 0,0 0 0,0 0-1,0 0 1,0 0 0,0 0 0,-1 0 0,1 0-1,0 0 1,0 0 0,0 0 0,0 0-1,0 0 1,0 0 0,0 0 0,0-1 0,0 1-1,-1 0 1,1 0 0,0 0 0,0 0 0,0 0-1,0 0 1,0 0 0,0 0 0,0 0-1,0 1 1,-1-1 0,1 0 0,0 0 0,0 0-1,-37 19 564,-204 153 2008,166-115-2367,-234 176-634,79-58-779,-617 464 219,-33-17-364,828-588 1354,36-28-13,34-22 702,94-69 2378,-68 53-2757,125-92-310,65-57-187,984-865-1461,-1189 1018 1573,2 0 58,-2-1 0,0-2 0,26-37 1,-54 67 16,1-1 0,-1 0 0,0 1 0,0-1 0,0 0 0,0 0 0,0 0 0,0 1 0,0-1 0,-1 0 0,1 0 0,-1 0 0,1 0 0,-1-1 0,0 1 0,0 0 0,0 0 0,0 0 0,-1-2 0,0 3 0,0-1 0,0 1 0,0 0 0,0 0 0,-1 0 0,1 0 0,-1 0 0,1 0 0,-1 0 0,1 0 0,-1 1 0,1-1 0,-1 1 0,0-1 0,1 1 0,-1-1 0,0 1 0,1 0 0,-1 0 0,0 0 0,1 0 0,-4 0 0,-32 2 565,0 1 1,-1 2 0,2 1 0,-72 23 0,32-9-454,-76 20 586,43-9-633,-178 25 0,283-55-65,-1-1 0,0 1 0,1-1 0,-1-1 0,1 1 0,-1 0 0,0-1 0,1 0 0,-1 0 0,-6-3 0,10 3 0,0 1 0,0-1 0,0 1 0,0-1 0,0 0 0,1 1 0,-1-1 0,0 0 0,0 0 0,1 0 0,-1 1 0,1-1 0,-1 0 0,1 0 0,-1 0 0,1 0 0,-1 0 0,1 0 0,0 0 0,-1-1 0,1 0 0,0-1 0,1 1 0,-1 0 0,0 0 0,1-1 0,-1 1 0,1 0 0,-1 0 0,1 0 0,0 0 0,0 0 0,0 0 0,2-2 0,33-56 0,-9 17 0,-2-1 0,33-82 0,-49 108 0,-9 18 0,0 0 0,0 0 0,0 0 0,0 0 0,0 0 0,0 0 0,0 0 0,0-1 0,1 1 0,-1 0 0,0 0 0,0 0 0,0 0 0,0 0 0,0 0 0,0 0 0,0 0 0,0 0 0,1 0 0,-1 0 0,0 0 0,0 0 0,0 0 0,0 0 0,0 0 0,0 0 0,0 0 0,1 0 0,-1 0 0,0 0 0,0 0 0,0 0 0,0 0 0,0 0 0,0 1 0,0-1 0,0 0 0,0 0 0,1 0 0,-1 0 0,0 0 0,0 0 0,0 0 0,0 0 0,0 0 0,0 0 0,0 1 0,0-1 0,0 0 0,0 0 0,0 0 0,0 0 0,0 0 0,0 0 0,0 0 0,0 0 0,0 1 0,0-1 0,0 0 0,0 0 0,0 0 0,0 0 0,0 0 0,0 0 0,1 38 0,-1-34 0,5 112 0,4 0 0,5 0 0,30 113 0,-39-215 0,-4-34 0,-7-99 0,-30-175 0,-52-116 0,24 184 0,62 251 0,4 161 0,-3 120-194,4 220-892,30-5 855,-29-484 231,-1-1 0,12 46 0,-15-81 19,0 0 0,0 0 1,0-1-1,0 1 0,0 0 0,1 0 1,-1 0-1,0-1 0,1 1 1,-1 0-1,0 0 0,1-1 0,-1 1 1,1 0-1,-1-1 0,1 1 0,0-1 1,0 2-1,0-2 7,-1 0-1,1 0 1,-1-1 0,1 1-1,-1 0 1,0 0-1,1 0 1,-1 0 0,0-1-1,1 1 1,-1 0 0,1 0-1,-1-1 1,0 1 0,0 0-1,1-1 1,-1 1 0,0 0-1,1-1 1,-1 1 0,0 0-1,0-1 1,0 1 0,1-1-1,-1 0 1,16-43 346,73-349-298,-63 264-250,-14 68 102,180-962-890,-188 994 947,-1 15 49,0 1 0,-1-1 0,-1 1 0,-1-1 0,1 0 0,-4-23 0,2 36-2,1 1 0,0-1 1,0 1-1,0 0 0,0-1 0,0 1 0,0-1 0,-1 1 0,1-1 0,0 1 0,0 0 0,-1-1 0,1 1 0,0 0 0,0-1 0,-1 1 0,1 0 0,0-1 0,-1 1 0,1 0 0,-1 0 0,1-1 0,0 1 0,-1 0 0,1 0 0,-1 0 0,1-1 0,-1 1 0,1 0 0,-1 0 0,-15 6 172,-15 19-362,28-22 226,-132 125-66,123-117 0,26-24 0,769-738 0,-743 717 0,-23 21 0,-1-2 0,0 0 0,-1 0 0,13-19 0,-28 34 0,0 0 0,1 0 0,-1 0 0,0-1 0,0 1 0,1 0 0,-1 0 0,0 0 0,0-1 0,1 1 0,-1 0 0,0 0 0,0 0 0,0-1 0,0 1 0,0 0 0,1-1 0,-1 1 0,0 0 0,0 0 0,0-1 0,0 1 0,0 0 0,0 0 0,0-1 0,0 1 0,0 0 0,0-1 0,0 1 0,0 0 0,0 0 0,0-1 0,0 1 0,0 0 0,0-1 0,0 1 0,-1 0 0,1 0 0,0-1 0,0 1 0,0 0 0,0 0 0,-1-1 0,1 1 0,0 0 0,0 0 0,0 0 0,-1-1 0,1 1 0,0 0 0,0 0 0,-1 0 0,1 0 0,0 0 0,0 0 0,-1-1 0,1 1 0,0 0 0,-1 0 0,1 0 0,0 0 0,-1 0 0,-21 3 0,-44 17 0,-99 45 0,102-38 0,-73 30 0,2 7 0,-128 82 0,244-135 0,-14 11 0,31-22 0,1 0 0,0 1 0,0-1 0,0 0 0,0 0 0,0 0 0,0 0 0,0 0 0,0 1 0,0-1 0,0 0 0,0 0 0,-1 0 0,1 0 0,0 1 0,0-1 0,0 0 0,0 0 0,0 0 0,0 0 0,0 1 0,1-1 0,-1 0 0,0 0 0,0 0 0,0 0 0,0 1 0,0-1 0,0 0 0,0 0 0,0 0 0,0 0 0,0 0 0,0 1 0,1-1 0,-1 0 0,0 0 0,0 0 0,0 0 0,0 0 0,0 0 0,1 0 0,-1 1 0,0-1 0,0 0 0,0 0 0,0 0 0,1 0 0,-1 0 0,0 0 0,0 0 0,0 0 0,0 0 0,1 0 0,-1 0 0,0 0 0,0 0 0,0 0 0,0 0 0,1 0 0,-1 0 0,14-1 0,23-8 0,-1-2 0,-1-1 0,0-2 0,35-20 0,-20 11 0,43-25 0,-239 116 0,42-18 0,-169 55 0,254-99 0,22-5 0,34-7 0,313-96 0,161-36 0,-508 138 0,16-4 0,-1 1 0,0 1 0,29 0 0,-84 18 0,-331 167 18,124-60-262,-537 267-885,760-379 1120,47-18 244,618-168 894,-610 170-1129,-26 5 0,0-1 0,-1 0 0,1-1 0,-1 0 0,9-3 0,-75 46 0,-92 81 0,76-59 0,-65 52 0,-244 206 0,363-299 0,21-22 0,-1 0 0,1 1 0,0-1 0,0 0 0,0 0 0,-1 0 0,1 1 0,0-1 0,0 0 0,0 0 0,0 0 0,0 1 0,0-1 0,-1 0 0,1 0 0,0 1 0,0-1 0,0 0 0,0 0 0,0 1 0,0-1 0,0 0 0,0 0 0,0 1 0,0-1 0,0 0 0,0 0 0,0 1 0,0-1 0,1 0 0,-1 0 0,0 1 0,0-1 0,0 0 0,0 0 0,0 1 0,0-1 0,1 0 0,-1 0 0,0 0 0,0 1 0,0-1 0,1 0 0,-1 0 0,0 0 0,0 0 0,0 0 0,1 1 0,-1-1 0,0 0 0,0 0 0,1 0 0,-1 0 0,0 0 0,0 0 0,1 0 0,-1 0 0,0 0 0,1 0 0,-1 0 0,0 0 0,24-2 0,-22 2 0,166-34 0,-119 22 0,133-31 72,787-165-1368,-945 204 1296,36-5 0,-55 8 0,-1 1 0,0 0 0,0 0 0,0 0 0,0 1 0,1-1 0,-1 1 0,0 0 0,0 0 0,4 2 0,-7-2 0,0 0 0,0-1 0,0 1 0,0-1 0,-1 1 0,1 0 0,0 0 0,0 0 0,-1-1 0,1 1 0,-1 0 0,1 0 0,-1 0 0,1 0 0,-1 0 0,1 0 0,-1 0 0,0 0 0,0 0 0,1 0 0,-1 0 0,0 0 0,0 0 0,0 0 0,0 0 0,0 0 0,0 0 0,-1 0 0,1 0 0,0 0 0,0 0 0,-2 2 0,-1 8 0,-1-1 0,0 0 0,-1 0 0,0 0 0,-13 17 0,-43 51 0,37-50 0,-342 383 285,237-283-266,-156 119-1,270-234 26,27-16 354,30-20 145,-38 21-626,211-96 83,-229 105 0,0 0 0,-17 13 0,22-13 0,-1-1 0,1 0 0,-1-1 0,0 0 0,0 0 0,-21 5 0,29-9 0,1-1 0,0 0 0,0 0 0,-1 1 0,1-1 0,0 0 0,0 0 0,-1-1 0,1 1 0,0 0 0,0 0 0,0-1 0,-1 1 0,1 0 0,0-1 0,0 1 0,0-1 0,0 0 0,0 1 0,0-1 0,0 0 0,0 1 0,0-1 0,0 0 0,0 0 0,-1-1 0,1-1 0,0 1 0,0-1 0,-1 0 0,2 1 0,-1-1 0,0 0 0,0 0 0,1 0 0,0 1 0,0-1 0,0-3 0,0-9 0,2-1 0,0 1 0,5-19 0,53-156 0,-24 83 0,-34 102 0,0 0 0,-1-1 0,1 1 0,-1-1 0,-1 0 0,1 1 0,-1-1 0,0-9 0,-1 13 0,1 0 0,-1 0 0,0 1 0,1-1 0,-1 1 0,0-1 0,0 0 0,0 1 0,0-1 0,0 1 0,0 0 0,-1-1 0,1 1 0,0 0 0,-1 0 0,1 0 0,-1 0 0,1 0 0,-1 0 0,0 0 0,1 0 0,-1 1 0,0-1 0,1 1 0,-1-1 0,0 1 0,0 0 0,1-1 0,-1 1 0,-3 0 0,-19-3 0,16 2 0,1 0 0,-1 0 0,0 1 0,0 0 0,-8 1 0,13 0 0,0 0 0,-1 0 0,1 0 0,0 0 0,0 0 0,1 1 0,-1-1 0,0 1 0,0 0 0,1 0 0,-1 0 0,1 0 0,0 0 0,-1 1 0,1-1 0,-2 4 0,-8 12 0,0 1 0,2 0 0,0 1 0,2-1 0,0 2 0,-8 30 0,9-18 0,0 0 0,2 0 0,0 48 0,14-109 0,1 4 0,290-962-836,-258 808 836,-37 144 0,-5 34 0,0 0 0,0 0 0,0 1 0,0-1 0,-1 0 0,1 0 0,0 0 0,0 0 0,0 0 0,0 0 0,0 0 0,0 0 0,0 0 0,0 0 0,0 0 0,0 0 0,0 0 0,0 0 0,-1 0 0,1 0 0,0 0 0,0 0 0,0 0 0,0 0 0,0 0 0,0 0 0,0 0 0,0 0 0,0 0 0,0 0 0,0 0 0,0 0 0,-1 0 0,1 0 0,0 0 0,0-1 0,0 1 0,0 0 0,0 0 0,0 0 0,-10 27 0,-82 296 0,69-233 0,-78 304-530,-53 210-1838,-82 323 900,189-729 1231,27-96 237,20-93 0,2-7 0,14-26 0,69-154 0,66-180-542,151-431-2172,-17-16 3648,-170 450 268,-107 327-1075,-3 11-108,-1 0 0,0 0 0,2-20 0,-25 72 3225,-71 213-2596,26-71-605,-309 833-159,290-804 29,65-162 87,18-37 1,7-11 16,15-24 306,138-224 1388,-139 216-1718,416-780-1741,-77-43 561,-266 552 1002,-91 294 185,-1 0 0,0-1 0,-1 1 0,-1-18 0,0 30 0,0-1 0,0 0 0,0 1 0,0-1 0,-1 1 0,1-1 0,-1 0 0,1 1 0,-1-1 0,1 1 0,-1-1 0,0 1 0,0 0 0,0-1 0,0 1 0,-2-2 0,2 2 0,0 1 0,0-1 0,0 1 0,0-1 0,0 1 0,0 0 0,0-1 0,0 1 0,0 0 0,0 0 0,0 0 0,0 0 0,0 0 0,0 0 0,0 0 0,0 0 0,0 0 0,0 1 0,0-1 0,-1 1 0,-7 3 0,0 0 0,1 1 0,0 0 0,0 0 0,-12 11 0,-21 20 0,-62 70 0,-125 175-279,-61 124-837,-779 1342 1055,1007-1635 104,59-109-43,0 0 0,0 0 0,0 0 0,1 0 0,-1 1 0,1-1 0,0 0 0,-1 1 0,2-1 0,-2 6 0,10-16 0,0-1 0,-1 0 0,13-15 0,400-483-669,376-452-2985,-9-29 6399,-737 923-2386,-14 20-10,48-81 0,-80 116-249,-14 16-86,-33 39-14,-37 54 0,45-56 0,-596 805 3597,464-618-4204,165-229 607,-21 30 0,-44 48 0,54-69 3,14-11-3,-1 0 0,0 0 0,0-1 0,0 1 0,0 0 0,0 0 0,0 0 0,0 0 0,0 0 0,0 0 0,0 0 0,0 0-1,0 0 1,0 0 0,0 0 0,0 0 0,0 0 0,0-1 0,0 1 0,0 0 0,0 0 0,0 0 0,0 0 0,0 0 0,0 0 0,0 0 0,0 0-1,0 0 1,0 0 0,0 0 0,0-1 0,0 1 0,0 0 0,0 0 0,0 0 0,0 0 0,0 0 0,0 0 0,0 0 0,0 0 0,0 0-1,0 0 1,0 0 0,0 0 0,-1 0 0,1 0 0,0-1 0,0 1 0,0 0 0,0 0 0,0 0 0,0 0 0,0 0 0,0 0 0,0 0 0,0 0-1,0 0 1,-1 0 0,1 0 0,0 0 0,0 0 0,0 0 0,0 0 0,0 0 0,0 0 0,20-36 310,187-316 1233,-19 2-2086,144-311-2084,-37-21 2539,-282 650 88,1-2 0,-1 0 0,-2-1 0,-1-1 0,10-63 0,-20 97 0,0 0 0,0-1 0,1 1 0,-2 0 0,1 0 0,0 0 0,0 0 0,-1 0 0,1 0 0,-1 0 0,1-1 0,-3-2 0,3 4 0,-1 1 0,1 0 0,-1-1 0,1 1 0,-1-1 0,1 1 0,-1 0 0,1-1 0,-1 1 0,1 0 0,-1 0 0,1 0 0,-1-1 0,0 1 0,1 0 0,-1 0 0,1 0 0,-1 0 0,0 0 0,1 0 0,-1 0 0,1 0 0,-1 0 0,0 0 0,1 0 0,-1 1 0,1-1 0,-1 0 0,0 0 0,-6 4 0,-1 1 0,1-1 0,1 1 0,-1 0 0,-10 12 0,-102 109 0,-84 125-129,-95 178-386,-89 171-484,-1006 1821-6824,1220-2066 7089,65-109 846,103-233-19,-12 26 416,2 1-1,1 0 1,-14 76 0,27-113-280,1 0 0,-1 1 0,1-1 0,-1 1 1,1-1-1,0 1 0,1-1 0,-1 1 0,1-1 1,-1 1-1,1-1 0,0 0 0,0 1 0,1-1 1,-1 0-1,1 0 0,-1 0 0,1 0 0,0 0 1,4 5-1,0-4 153,0 1 1,1-1-1,-1-1 1,1 1-1,0-1 1,0 0-1,12 3 1,-18-5-441,39 12-4053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04:57:41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1941 5237 24575,'288'-205'-1395,"418"-280"-4024,-672 460 8802,-31 20-1054,-22 16-1264,-114 77-1028,19-12-48,-903 582-1344,1004-650 1355,-45 28 0,-1-4 0,-95 39 0,121-61 0,33-10 0,0 0 0,1-1 0,-1 1 1,0 0-1,0 0 0,0 0 0,0 0 0,0-1 0,1 1 0,-1 0 0,0 0 1,0 0-1,0 0 0,0-1 0,0 1 0,0 0 0,0 0 0,0 0 0,0-1 1,0 1-1,0 0 0,0 0 0,0-1 0,0 1 0,0 0 0,0 0 0,0 0 1,0-1-1,0 1 0,0 0 0,0 0 0,0 0 0,0-1 0,0 1 0,-1 0 1,1 0-1,0 0 0,0 0 0,0-1 0,0 1 0,0 0 0,0 0 0,-1 0 1,1 0-1,0 0 0,0 0 0,0-1 0,-1 1 0,1 0 0,0 0 0,0 0 1,0 0-1,-1 0 0,1 0 0,0 0 0,0 0 0,0 0 0,-1 0 0,1 0 1,0 0-1,0 0 0,0 0 0,-1 0 0,1 0 0,0 0 0,-1 0 0,16-15 220,29-19 44,2 2 0,1 2-1,55-26 1,-50 27-181,156-81-83,129-74 0,-336 182 0,0 1 0,0 0 0,1 1 0,-1-1 0,1 0 0,-1 0 0,0 0 0,1 1 0,0-1 0,-1 1 0,1-1 0,-1 1 0,1 0 0,-1 0 0,1-1 0,0 1 0,-1 0 0,1 1 0,0-1 0,-1 0 0,1 0 0,-1 1 0,1-1 0,0 1 0,-1-1 0,1 1 0,-1-1 0,0 1 0,1 0 0,-1 0 0,1 0 0,-1 0 0,2 2 0,3 1 0,-3-3 0,0 0 0,0 0 0,0 0 0,-1-1 0,1 1 0,0-1 0,0 1 0,0-1 0,0 0 0,0 0 0,0-1 0,0 1 0,0-1 0,0 1 0,0-1 0,0 0 0,-1 0 0,1 0 0,4-2 0,160-68 0,-81 33 0,177-79-478,-79 35-847,1012-459-249,-1152 522 1503,-29 13 67,0-1 0,0 0-1,0-1 1,-1 0-1,0-1 1,21-18-1,-33 20 5,-14 8 0,-18 9 0,0 1 0,1 2 0,-51 31 0,40-22 0,-427 270 940,13 33-1859,418-298 646,-1286 997-723,1301-1007 1878,70-49 2007,290-203-1933,61-27-1943,140-77-2961,1473-848 2689,-1718 1025 169,230-111 738,-510 266 399,-12 6 345,0 0-1,0 0 1,0 0 0,-1-1-1,1 1 1,0-1-1,-1 0 1,1 0-1,-1 0 1,3-3 0,-6 2 861,-7 3-624,-14 6 265,-129 62-459,117-51-386,-908 468-1251,851-434 1202,-58 28 0,121-71 0,28-8 6,-1 0-1,1 0 0,0 0 1,0 0-1,-1 0 1,1 0-1,0 0 0,-1 0 1,1 0-1,0 0 0,0-1 1,-1 1-1,1 0 0,0 0 1,-1 0-1,1 0 1,0-1-1,0 1 0,0 0 1,-1 0-1,1-1 0,0 1 1,0 0-1,0 0 0,0-1 1,0 1-1,-1 0 1,1-1-1,0 1 0,0 0 1,0 0-1,0-1 0,0 1 1,0 0-1,0-1 1,0 1-1,0 0 0,0-1 1,0 1-1,0 0 0,0-1 1,0 1-1,0 0 0,1 0 1,-1-1-1,0 1 1,0 0-1,0-1 0,8-24 820,-4 11-690,-3 13-135,-1 0 0,0-1 0,0 1 0,0 0 0,-1 0 0,1 0 0,0-1 0,0 1 0,-1 0 0,1 0 0,-1 0 0,1-1 0,-1 1 0,1 0 0,-1 0 0,0 0 0,1 0 0,-1 0 0,0 0 0,0 0 0,0 1 0,1-1 0,-3-1 0,0 0 0,0 1 0,0-1 0,0 1 0,0 0 0,0 0 0,0 0 0,-1 0 0,-5 0 0,-4-1 0,0 2 0,0 0 0,-21 3 0,-23 7 0,-89 30 0,76-20 0,42-10 0,-15 6 0,41-16 0,0 1 0,0-1 0,1 1 0,-1-1 0,0 0 0,0 0 0,0 0 0,0 0 0,0 0 0,0 0 0,0 0 0,0-1 0,0 1 0,1-1 0,-1 1 0,-3-2 0,4 1 0,1 0 0,-1 0 0,0 1 0,0-1 0,1 0 0,-1 0 0,1 0 0,-1 0 0,1 0 0,-1 0 0,1 0 0,0 0 0,-1 0 0,1 0 0,0 0 0,0 0 0,0 0 0,-1-1 0,1 1 0,0 0 0,1 0 0,-1 0 0,0 0 0,0 0 0,0 0 0,1 0 0,-1 0 0,1 0 0,-1 0 0,1-2 0,19-30 0,108-131 0,-90 117 0,48-56 0,-85 102 0,0 1 0,0-1 0,0 0 0,0 0 0,-1 0 0,1 0 0,0 0 0,-1 0 0,1 0 0,0 0 0,-1 0 0,0-1 0,1 1 0,-1 0 0,0 0 0,1 0 0,-1 0 0,0-1 0,0 1 0,0 0 0,0 0 0,0 0 0,0-1 0,-1-1 0,0 3 0,0-1 0,0 1 0,0-1 0,0 0 0,0 1 0,0 0 0,0-1 0,0 1 0,0-1 0,0 1 0,0 0 0,0 0 0,0 0 0,-1 0 0,1 0 0,0 0 0,0 0 0,0 0 0,-2 1 0,-10 1 0,1 1 0,0 0 0,-15 6 0,-123 60 0,136-64 0,14-5 0,0 0 0,0 0 0,0 0 0,0 0 0,-1 0 0,1 0 0,0 0 0,0 0 0,0 0 0,0 0 0,0 0 0,0 0 0,0 0 0,-1 0 0,1-1 0,0 1 0,0 0 0,0 0 0,0 0 0,0 0 0,0 0 0,0 0 0,0 0 0,0 0 0,-1 0 0,1 0 0,0 0 0,0 0 0,0-1 0,0 1 0,0 0 0,0 0 0,0 0 0,0 0 0,0 0 0,0 0 0,0 0 0,0-1 0,0 1 0,0 0 0,0 0 0,0 0 0,0 0 0,0 0 0,0 0 0,0 0 0,0-1 0,0 1 0,0 0 0,0 0 0,0 0 0,0 0 0,0 0 0,24-34 0,402-432-240,-198 224-962,-210 221 1134,373-427-153,-332 366 221,-55 76 0,-1 1 0,0-1 0,0 0 0,4-11 0,-7 16 0,1 1 0,-1-1 0,0 0 0,0 1 0,0-1 0,0 1 0,0-1 0,0 0 0,0 1 0,0-1 0,0 1 0,0-1 0,0 1 0,0-1 0,-1 0 0,1 1 0,0-1 0,0 1 0,0-1 0,-1 1 0,1-1 0,0 1 0,-1-1 0,0 0 0,-1 1 0,1-1 0,0 1 0,0 0 0,0-1 0,0 1 0,0 0 0,0 0 0,0 0 0,0 0 0,-1 0 0,1 0 0,0 0 0,0 0 0,0 0 0,0 1 0,-2-1 0,-17 8 0,0 0 0,0 1 0,1 1 0,1 1 0,-1 0 0,-22 20 0,14-12 0,-469 369-81,20 33-36,294-257 103,152-136-27,20-17 103,-1-1 0,0 0 0,-1-1-1,-19 12 1,31-21-42,-1 1-1,1-1 0,0 0 1,0 0-1,0 0 0,0 0 1,0 0-1,0 0 0,0 0 1,-1 0-1,1 0 1,0 0-1,0 1 0,0-1 1,0 0-1,0 0 0,0 0 1,-1 0-1,1 0 0,0 0 1,0 0-1,0 0 1,0 0-1,0 0 0,0 0 1,-1 0-1,1 0 0,0 0 1,0 0-1,0 0 1,0-1-1,0 1 0,-1 0 1,1 0-1,0 0 0,0 0 1,0 0-1,0 0 0,0 0 1,0 0-1,0 0 1,0 0-1,-1-1 0,1 1 1,0 0-1,0 0 0,0 0 1,0 0-1,0 0 0,0 0 1,0-1-1,0 1 1,0 0-1,0 0 0,0 0 1,0 0-1,0 0 0,0 0 1,0-1-1,0 1 0,0 0 1,0 0-1,0 0 1,5-15 273,11-16-206,175-275-32,-187 292-55,-14 16 0,-17 18 0,8 0 0,1 2 0,-24 36 0,7-9 0,67-73 0,215-197 0,-18 19-462,864-714-2250,-645 548 1928,-431 352 806,-14 13 23,1-1 1,0 1 0,0-1-1,0 1 1,0 1-1,0-1 1,1 0-1,8-3 1,-19 16 1681,-65 56-561,35-34-761,-1190 1191-3282,772-741 2761,-25-23-180,467-447 843,14-14-287,32-27 147,781-761-614,-658 632 143,-46 48-11,319-345-602,-429 454 740,1-1 0,0 0 0,-1 1 0,1-1 0,-1 0 0,0 0 0,0 0 0,0 0 0,0 0 0,0 0 0,0 0 0,0 0 0,-1 0 0,1 0 0,-1-1 0,1 1 0,-1 0 0,0-3 0,0 4-25,0 1 1,-1-1-1,1 1 0,0-1 1,-1 1-1,1-1 1,-1 1-1,1-1 0,0 1 1,-1 0-1,1-1 1,-1 1-1,0-1 1,1 1-1,-1 0 0,1 0 1,-1-1-1,1 1 1,-1 0-1,0 0 0,1 0 1,-2-1-1,-25 1 491,4 5-399,1 0-1,-1 1 1,1 1 0,0 1-1,-24 13 1,-104 63-218,139-78 115,-247 160-27,-37 22 0,279-178 0,-41 21 0,52-29 0,0 1 0,0-2 0,0 1 0,0 0 0,0-1 0,-1 0 0,1 0 0,-9 0 0,14-1 0,-1 0 0,0 0 0,0 0 0,0-1 0,1 1 0,-1 0 0,0 0 0,0 0 0,1-1 0,-1 1 0,0 0 0,1-1 0,-1 1 0,0-1 0,1 1 0,-1-1 0,0 1 0,1-1 0,-1 1 0,1-1 0,-1 0 0,1 1 0,-1-1 0,1 0 0,-1 1 0,1-1 0,0 0 0,0 0 0,-1 1 0,1-1 0,0 0 0,0 0 0,0 1 0,0-1 0,0 0 0,-1 0 0,2 0 0,-1 1 0,0-2 0,1-6 0,0 1 0,1-1 0,-1 1 0,2 0 0,-1 0 0,1 0 0,5-10 0,35-54 0,-28 47 0,250-381 0,-224 343 0,-33 51 0,-3 3 0,1 1 0,-2-1 0,1 0 0,-1 0 0,6-17 0,-10 25 0,0-1 0,1 0 0,-1 1 0,0-1 0,0 0 0,0 1 0,1-1 0,-1 0 0,0 1 0,0-1 0,0 0 0,0 0 0,0 1 0,-1-1 0,1 0 0,0 1 0,0-1 0,0 0 0,0 1 0,-1-1 0,1 0 0,0 1 0,-1-1 0,1 1 0,-1-1 0,1 1 0,0-1 0,-1 0 0,1 1 0,-1 0 0,0-1 0,1 1 0,-1-1 0,1 1 0,-1 0 0,0-1 0,1 1 0,-1 0 0,0 0 0,0-1 0,-1 1 0,0 0 0,0 0 0,-1 0 0,1 0 0,0 0 0,0 0 0,0 1 0,0-1 0,0 1 0,0 0 0,0-1 0,0 1 0,-2 1 0,-18 12 0,1 1 0,1 1 0,0 0 0,0 1 0,-17 22 0,4-1 0,-47 71 0,75-99 0,-8 12 0,13-22 0,0 1 0,-1-1 0,1 1 0,0-1 0,-1 0 0,1 1 0,0-1 0,-1 1 0,1-1 0,-1 0 0,1 1 0,0-1 0,-1 0 0,1 0 0,-1 1 0,1-1 0,-1 0 0,1 0 0,-1 0 0,1 1 0,-1-1 0,0 0 0,1 0 0,-1 0 0,1 0 0,-1 0 0,1 0 0,-1 0 0,1 0 0,-1 0 0,1-1 0,-1 1 0,0 0 0,0-1 0,-1 0 0,1 0 0,-1 0 0,1 1 0,-1-1 0,1 0 0,-1 1 0,1-1 0,-1 1 0,1-1 0,-1 1 0,0 0 0,1 0 0,-1 0 0,0 0 0,1 0 0,-1 0 0,1 0 0,-1 1 0,0-1 0,1 1 0,-1-1 0,1 1 0,-1-1 0,1 1 0,-1 0 0,1 0 0,-2 1 0,-2 2 0,0 1 0,1 1 0,-1-1 0,1 0 0,-6 13 0,-2 1 0,-344 466 0,328-449 0,23-32 0,5-6 0,34-56 0,-11 20 0,609-1137-658,-625 1157 688,-7 18-24,0 0 1,0 0 0,0 0-1,0 0 1,0 0 0,0 0-1,0 0 1,-1 0 0,1 0-1,0 0 1,0 0 0,0 0-1,0 0 1,0 0 0,0 0-1,0 0 1,0 0 0,0 0-1,0 0 1,0 0 0,0 0-1,0 0 1,0 0 0,0 0-1,0 0 1,-1 0-1,1 0 1,0 0 0,0 0-1,0 0 1,0 0 0,0 0-1,0 0 1,0 0 0,0 0-1,0 0 1,0 0 0,0-1-1,0 1 1,0 0 0,0 0-1,0 0 1,0 0 0,0 0-1,0 0 1,0 0 0,0 0-1,0 0 1,-19 29 295,-55 125-302,-7 18 0,-43 77-418,-516 893-1835,408-796 1418,159-241 866,63-90-31,13-17 0,27-34 0,190-279-59,-177 252-5,919-1438-757,-825 1261 781,-132 231 40,1-1 0,-1-1 0,0 0 0,0 0 0,-1 0 0,4-14 0,-30 65 2557,-399 1019-2111,219-593-777,200-462 308,0 0 152,0 0-1,0 0 1,0 1 0,1-1-1,-1 0 1,1 1-1,0-1 1,0 6 0,1-9-122,0-1 0,0 0 0,0 1 0,0-1 0,0 0 0,0 1 0,0-1 0,0 0 0,0 1 0,0-1 0,0 0 0,1 1 0,-1-1 0,0 0 0,0 1 0,0-1 0,1 0 0,-1 0 0,0 1 0,0-1 0,1 0 0,-1 0 0,0 1 0,0-1 0,1 0 1,-1 0-1,0 0 0,1 0 0,-1 1 0,0-1 0,1 0 0,-1 0 0,0 0 0,1 0 0,-1 0 0,0 0 0,1 0 0,-1 0 0,0 0 0,1 0 0,-1 0 0,0 0 0,1 0 0,-1 0 0,0 0 0,1-1 0,-1 1 0,0 0 0,1 0 0,-1 0 0,0 0 0,0-1 0,1 1 0,-1 0 0,0-1 0,25-16 181,4-12-171,-2-2-1,0 0 1,25-41-1,-12 16-11,725-1010-2626,-646 878 2541,-107 161 80,-38 70 0,-219 406-230,-494 861-915,372-663 1030,276-480 93,82-148 40,9-19-19,0 0 1,0 0-1,0 0 0,0 0 0,0 0 1,0 0-1,0 0 0,1 0 1,-1-1-1,0 1 0,0 0 1,0 0-1,0 0 0,0 0 1,0 0-1,0 0 0,0 0 0,0 0 1,0 0-1,0 0 0,0 0 1,0 0-1,0 0 0,1 0 1,-1 0-1,0 0 0,0 0 0,0 0 1,0 0-1,0 0 0,0 0 1,0 0-1,0 0 0,0 0 1,1 0-1,-1 0 0,0 0 1,0 0-1,0 0 0,0 0 0,0 0 1,0 0-1,0 0 0,0 0 1,0 0-1,0 0 0,0 0 1,1 0-1,-1 0 0,0 0 1,0 0-1,0 0 0,0 0 0,0 0 1,0 1-1,0-1 0,0 0 1,0 0-1,0 0 0,0 0 1,25-29 575,-24 28-539,166-197 2899,23-38-3450,81-103-1542,776-967-1988,-839 1041 3694,-182 229 353,-24 33 257,-6 8 115,-42 59 1408,-184 282-581,-296 411 918,462-672-2040,12-16 98,-3-1 0,-67 63 0,128-137 43,-1-1 1,0 0 0,0-1-1,-1 1 1,5-13 0,7-10-233,18-23 12,-18 29 0,24-47 0,-39 69 0,0 0 0,1 0 0,-2-1 0,1 1 0,0-1 0,0 1 0,-1 0 0,1-1 0,-1 1 0,0-1 0,0 1 0,0-1 0,0 1 0,-1-5 0,1 7 0,-1-1 0,1 0 0,0 1 0,-1-1 0,1 1 0,0-1 0,-1 1 0,1-1 0,-1 1 0,1 0 0,-1-1 0,1 1 0,-1 0 0,1-1 0,-1 1 0,0 0 0,1-1 0,-1 1 0,1 0 0,-1 0 0,0 0 0,1 0 0,-2-1 0,-1 1 0,0 0 0,1 1 0,-1-1 0,0 0 0,0 1 0,0 0 0,0 0 0,-3 1 0,-28 13 0,0 2 0,1 2 0,1 1 0,-36 29 0,61-44 0,-376 296-1456,9 23 728,39-34 696,252-221 8,56-50 24,22-17 0,4-4 0,40-45 0,83-85 0,69-82-384,479-568-1785,-24-42 4038,-625 796-1869,-15 22 362,-6 12 211,-14 26 603,-57 89-1048,-133 174-1,158-232-255,-5 6-325,-688 923-918,715-962 1330,-81 114 12,102-140 29,0 1 0,0 0 0,1 0 0,-1 0 0,-2 9 0,5-14 0,0 1 0,0-1 0,0 0 0,0 0 0,0 0 0,0 0 0,0 1 0,0-1 0,0 0 0,0 0 0,0 0 0,0 0 0,0 0 0,0 1 0,0-1 0,0 0 0,0 0 0,0 0 0,0 0 0,0 0 0,0 1 0,0-1 0,1 0 0,-1 0 0,0 0 0,0 0 0,0 0 0,0 0 0,0 1 0,0-1 0,0 0 0,1 0 0,-1 0 0,0 0 0,0 0 0,0 0 0,0 0 0,0 0 0,1 0 0,-1 0 0,0 0 0,0 0 0,0 0 0,0 0 0,0 0 0,1 0 0,-1 0 0,0 0 0,0 0 0,18-8 0,17-14 0,32-28 0,159-134 0,105-94-289,-83 69-574,849-725 305,-1058 899 564,-18 16-7,37-26 1,-55 44 0,-9 10 0,-115 160 0,-5 15 0,-750 1162 1722,693-1059-1520,136-210-138,45-74-64,1-1 0,0 0 0,-1 1 0,1-1 0,0 1 0,0-1 0,1 1 0,-1 0 0,0-1 0,1 1 0,-1 2 0,1-4 0,1-1 0,-1 0 0,0 0 0,0 0 0,0 0 0,1 1 0,-1-1 0,0 0 0,0 0 0,0 0 0,1 0 0,-1 0 0,0 1 0,0-1 0,1 0 0,-1 0 0,0 0 0,0 0 0,1 0 0,-1 0 0,0 0 0,0 0 0,1 0 0,-1 0 0,0 0 0,0 0 0,1 0 0,-1 0 0,0 0 0,0-1 0,0 1 0,1 0 0,-1 0 0,0 0 0,1 0 0,20-13 0,189-159 0,-103 80 0,361-322 2297,-447 399-2297,-21 15 0,0 0 0,1 0 0,-1 0 0,0 1 0,0-1 0,1 0 0,-1 0 0,0 0 0,0 0 0,0 0 0,0 0 0,1 1 0,-1-1 0,0 0 0,0 0 0,0 0 0,0 1 0,1-1 0,-1 0 0,0 0 0,0 0 0,0 1 0,0-1 0,0 0 0,0 0 0,0 1 0,0-1 0,0 0 0,0 0 0,0 1 0,0-1 0,0 0 0,0 0 0,0 0 0,0 1 0,0-1 0,0 0 0,0 0 0,0 1 0,0-1 0,0 0 0,-1 0 0,1 0 0,0 1 0,0-1 0,-21 50 0,17-41 0,-303 556 0,206-391 0,77-133 0,13-25 0,1 1 0,1 0 0,-14 37 0,12 10 0,9-51 0,1 0 0,-2 1 0,-6 20 0,8-31 0,-1 3 0,0-1 0,0 1 0,1 0 0,-1 0 0,0 8 0,2-13 0,0 0 0,0 0 0,0 0 0,0 0 0,1 0 0,-1 0 0,0 0 0,0 0 0,1 0 0,-1 0 0,0 0 0,1 0 0,-1 0 0,1 0 0,-1 0 0,1 0 0,0-1 0,-1 1 0,1 0 0,0 0 0,-1-1 0,1 1 0,0 0 0,0-1 0,0 1 0,0-1 0,0 1 0,0-1 0,0 1 0,-1-1 0,1 0 0,0 1 0,0-1 0,1 0 0,-1 0 0,0 0 0,0 0 0,0 0 0,1 0 0,4 0 0,0-1 0,-1 0 0,1 0 0,0 0 0,-1 0 0,1-1 0,-1 0 0,1-1 0,-1 1 0,8-5 0,50-38 0,-46 31 0,0 2 0,33-28 0,-47 38 0,0-1 0,0 0 0,-1 1 0,1-1 0,-1 0 0,0-1 0,0 1 0,0 0 0,0-1 0,-1 1 0,1-1 0,1-7 0,-3 11 0,0-1 0,0 1 0,0-1 0,0 0 0,0 1 0,0-1 0,-1 1 0,1-1 0,0 0 0,0 1 0,0-1 0,-1 1 0,1-1 0,0 1 0,-1-1 0,1 1 0,0-1 0,-1 1 0,1-1 0,-1 1 0,1 0 0,-1-1 0,1 1 0,-1 0 0,1-1 0,-1 1 0,1 0 0,-1-1 0,0 1 0,1 0 0,-1 0 0,1 0 0,-1 0 0,0 0 0,1 0 0,-1 0 0,1 0 0,-1 0 0,0 0 0,1 0 0,-1 0 0,0 0 0,-29 5 0,28-5 0,-18 4 0,0 1 0,0 0 0,0 2 0,1 0 0,-1 2 0,2 0 0,-23 14 0,-103 75 0,-29 20 0,170-116 0,-35 27 0,0-2 0,-2-1 0,-42 19 0,69-42 0,13-10 0,18-18 0,302-301 0,-197 210 0,-24 25 0,115-81 0,-195 158 0,-15 10 0,0 0 0,1 1 0,-1-1 0,1 1 0,0 0 0,9-3 0,-11 8 0,-6 8 0,-6 9 0,-23 25 0,25-35 0,1-1 0,-1 1 0,2 0 0,-1 1 0,1-1 0,-4 13 0,6-11 0,-1 0 0,1 0 0,-1 0 0,-1-1 0,0 0 0,-1 0 0,0 0 0,0 0 0,-1-1 0,0 0 0,-1-1 0,0 1 0,0-2 0,-1 1 0,-11 7 0,-149 126 0,8 7-307,-241 233-472,-250 228 22,633-592 757,9-8 0,1 0 0,-1 0 0,-1-1 0,1-1 0,-24 12 0,35-19 0,-1 0 0,0-1 0,0 1 0,1 0 0,-1-1 0,0 1 0,0 0 0,0-1 0,0 1 0,0 0 0,1-1 0,-1 1 0,0-1 0,0 1 0,0 0 0,0-1 0,0 1 0,0 0 0,0-1 0,0 1 0,0-1 0,0 1 0,-1 0 0,1-1 0,0 1 0,0-1 0,0 1 0,0 0 0,-1-1 0,1 1 0,0 0 0,0 0 0,0-1 0,-1 1 0,1 0 0,0-1 0,-1 1 0,1 0 0,0 0 0,-1-1 0,1 1 0,0 0 0,-1 0 0,1 0 0,0 0 0,-1 0 0,1-1 0,0 1 0,-1 0 0,1 0 0,-1 0 0,1 0 0,0 0 0,-1 0 0,1 0 0,-1 0 0,1 0 0,0 0 0,-1 1 0,1-1 0,0 0 0,-1 0 0,1 0 0,0 0 0,-1 1 0,1-1 0,0 0 0,-1 1 0,20-43 0,120-185 0,-87 143 0,114-181-187,632-1090-726,-459 767 711,-145 247-676,-177 312 878,-10 18 0,-1-1 0,1 1 0,-2-1 0,1 0 0,-2-1 0,0 1 0,4-21 0,-7 32 8,-1 0 0,0 0 1,0 0-1,0 0 0,0 0 0,0 0 0,0 0 1,0 0-1,0 0 0,-1 0 0,1 0 0,0 0 1,-1 0-1,1 0 0,0 0 0,-1 1 0,1-1 1,-1 0-1,1 0 0,-1 0 0,0 1 0,1-1 0,-1 0 1,0 1-1,1-1 0,-1 0 0,0 1 0,0-1 1,0 1-1,0-1 0,0 1 0,1-1 0,-1 1 1,0 0-1,0 0 0,0-1 0,0 1 0,0 0 1,0 0-1,0 0 0,0 0 0,0 0 0,0 0 0,0 0 1,-1 1-1,-6 0 335,0 0 0,0 1 0,0 0 0,-9 4 0,12-5-109,-22 10 44,0 1 0,1 2 0,0 0 0,1 2 0,-29 23 1,-111 108-251,50-19-451,-138 196 0,133-164 260,59-80 163,-248 339 1,298-404-2,7-10 1,0-1 0,1 2 0,-1-1 0,1 0 0,0 1 0,1-1 0,-1 1 0,1 0 0,0 0 0,0 0 0,0 7 0,2-12 3,0 0-1,0 0 1,0 0-1,1 0 1,-1 0-1,0 0 1,1 0-1,-1 0 1,1 0-1,-1-1 1,1 1-1,-1 0 1,1 0-1,-1-1 1,1 1-1,0 0 1,0-1-1,-1 1 1,1 0-1,0-1 1,0 1-1,0-1 1,0 1-1,0-1 1,-1 0-1,1 1 0,0-1 1,0 0-1,0 0 1,0 0-1,0 0 1,0 0-1,2 0 1,35-1 605,-33 0-460,23-3 7,-21 2-154,-1 0 0,0 1 0,1 0 0,-1 1 0,1-1 0,-1 1 0,1 0 0,-1 1 0,1-1 0,-1 1 0,0 1 0,9 2 0,-14-4-1,-1 1 0,1 0 0,0-1 0,-1 1 0,1-1 0,0 1 0,-1 0 0,1 0 0,-1-1 0,1 1 0,-1 0 0,1 0 0,-1 0 0,0-1 0,1 1 0,-1 0 0,0 0 0,0 0 0,0 0 0,0 0 0,1 0 0,-1 0 0,0 0 0,-1-1 0,1 1 0,0 0 0,0 0 0,0 0 0,0 0 0,-1 0 0,1 0 0,0-1 0,-1 1 0,0 1 0,-20 33 0,18-30 0,-141 176 0,86-112 0,-62 95 0,119-163 0,0 0 0,0 0 0,1 0 0,-1 0 0,0 0 0,1 0 0,-1 0 0,1 0 0,-1 0 0,1 0 0,0 1 0,-1-1 0,1 0 0,0 0 0,0 1 0,0-1 0,0 0 0,0 3 0,2-4 0,-1 1 0,0 0 0,1-1 0,-1 0 0,0 1 0,1-1 0,-1 0 0,1 0 0,-1 0 0,1 0 0,-1 0 0,1 0 0,-1 0 0,0 0 0,1 0 0,-1-1 0,1 1 0,-1-1 0,0 1 0,1-1 0,-1 1 0,2-2 0,37-15 0,0-1 0,-1-3 0,67-45 0,-68 41 0,254-170-973,346-302 1,-501 368 972,-130 123 0,-5 3 0,1 1 0,0-1 0,-1 1 0,0-1 0,1 0 0,-1 1 0,0-1 0,0-1 0,-1 1 0,1 0 0,-1 0 0,1 0 0,0-6 0,-2 9 6,0 0 0,0 0 1,0 0-1,0 0 0,0 0 1,0-1-1,0 1 0,0 0 0,0 0 1,0 0-1,-1 0 0,1 0 1,0 0-1,0-1 0,0 1 1,0 0-1,0 0 0,0 0 0,0 0 1,-1 0-1,1 0 0,0 0 1,0 0-1,0 0 0,0 0 1,0 0-1,-1 0 0,1-1 0,0 1 1,0 0-1,0 0 0,0 0 1,0 0-1,-1 0 0,1 0 1,0 0-1,0 0 0,0 1 0,0-1 1,0 0-1,-1 0 0,1 0 1,0 0-1,0 0 0,0 0 1,0 0-1,0 0 0,-13 6 660,-11 8 311,24-14-977,-43 33 0,89-95 0,-27 40 0,0 0 0,-2-1 0,0-1 0,-2 0 0,0-1 0,16-40 0,-20 39 0,1 0 0,2 2 0,18-27 0,-15 26 0,-2 0 0,16-36 0,-30 60 0,0 0 0,0-1 0,-1 1 0,1 0 0,-1 0 0,1-1 0,-1 1 0,1 0 0,-1-1 0,0 1 0,0-1 0,0 1 0,0 0 0,0-1 0,0 1 0,0-1 0,0 1 0,0 0 0,-1-1 0,1 1 0,0 0 0,-1-1 0,1 1 0,-1 0 0,0-2 0,-1 2 0,1 1 0,-1-1 0,1 0 0,0 1 0,-1-1 0,1 1 0,-1 0 0,1-1 0,-1 1 0,0 0 0,1 0 0,-1 0 0,1 0 0,-1 0 0,1 1 0,-1-1 0,1 0 0,-3 1 0,-11 4 0,0 0 0,1 1 0,-16 8 0,29-13 0,-73 39 0,-55 26 0,70-34 0,83-63 0,120-117 0,69-81 0,-212 228 0,28-40 0,-28 39 0,1-1 0,-1 1 0,0-1 0,0 1 0,0-1 0,0 0 0,0 0 0,-1 1 0,1-1 0,-1 0 0,0 0 0,1 0 0,-1 1 0,-1-5 0,1 6 0,-1 0 0,1 1 0,-1-1 0,1 0 0,-1 0 0,1 1 0,-1-1 0,1 0 0,-1 1 0,0-1 0,1 1 0,-1-1 0,0 1 0,0-1 0,1 1 0,-1-1 0,0 1 0,0 0 0,0-1 0,0 1 0,1 0 0,-1 0 0,0 0 0,0 0 0,0 0 0,0 0 0,0 0 0,0 0 0,1 0 0,-1 0 0,0 0 0,0 0 0,0 1 0,0-1 0,0 0 0,-1 1 0,-38 14 0,33-12 0,-314 157 0,299-148 0,19-10 0,1 0 0,-1-1 0,1 1 0,-1-1 0,0 0 0,0 0 0,1 0 0,-1 0 0,0 0 0,0 0 0,0-1 0,0 1 0,0-1 0,0 0 0,0 0 0,0 0 0,0-1 0,0 1 0,0-1 0,0 1 0,0-1 0,0 0 0,0 0 0,-3-2 0,1 1 0,0 1 0,1-1 0,-1 1 0,0 0 0,1 0 0,-1 1 0,0 0 0,0-1 0,0 2 0,0-1 0,-7 2 0,-58 17 0,32-7 0,-688 238 0,719-247 0,-120 42 0,124-44 0,1 0 0,-1 0 0,0-1 0,1 1 0,-1-1 0,0 0 0,1 0 0,-6 0 0,7 0 0,1 0 0,0 0 0,-1-1 0,1 1 0,0 0 0,-1 0 0,1 0 0,-1 0 0,1-1 0,0 1 0,-1 0 0,1 0 0,0-1 0,-1 1 0,1 0 0,0-1 0,0 1 0,-1 0 0,1-1 0,0 1 0,0 0 0,0-1 0,-1 1 0,1-1 0,0 1 0,0 0 0,0-1 0,0 1 0,0-1 0,0 1 0,0 0 0,0-1 0,0 0 0,1-3 0,1-1 0,-1 1 0,1 0 0,0 0 0,1 0 0,-1 0 0,1 0 0,-1 0 0,7-6 0,231-235 0,-152 162 0,-47 43-6,576-589-578,-602 612 584,-7 9 0,0 0 0,-1-1 0,0 0 0,0 0 0,-1-1 0,0 1 0,5-15 0,-11 24 0,0 0 0,1 0 0,-1 0 0,0-1 0,0 1 0,0 0 0,0 0 0,0 0 0,0 0 0,0-1 0,0 1 0,0 0 0,0 0 0,0 0 0,0-1 0,0 1 0,0 0 0,0 0 0,0 0 0,0-1 0,0 1 0,0 0 0,-1 0 0,1 0 0,0 0 0,0-1 0,0 1 0,0 0 0,0 0 0,0 0 0,-1 0 0,1 0 0,0-1 0,0 1 0,0 0 0,0 0 0,0 0 0,-1 0 0,1 0 0,0 0 0,0 0 0,0 0 0,-1 0 0,1 0 0,0 0 0,0 0 0,0 0 0,-1 0 0,1 0 0,0 0 0,0 0 0,0 0 0,0 0 0,-1 0 0,1 0 0,0 0 0,0 0 0,0 0 0,-1 0 0,1 0 0,-33 18 98,-570 387-923,322-210 263,90-65 571,-264 177-261,363-251 252,152-97 1546,146-80-1354,5 9 0,256-97 0,-420 194-192,-47 15 0,0-1 0,0 1 0,1 0 0,-1 0 0,0 0 0,0 0 0,1 0 0,-1 0 0,0 0 0,0 0 0,1 0 0,-1-1 0,0 1 0,0 0 0,1 0 0,-1 0 0,0 0 0,0 0 0,1 1 0,-1-1 0,0 0 0,0 0 0,1 0 0,-1 0 0,0 0 0,0 0 0,1 0 0,-1 0 0,0 1 0,0-1 0,1 0 0,-1 0 0,0 0 0,0 0 0,0 1 0,0-1 0,1 0 0,-1 0 0,0 1 0,0-1 0,0 0 0,0 0 0,0 1 0,0-1 0,1 0 0,-1 0 0,0 1 0,0-1 0,0 0 0,0 0 0,0 1 0,0-1 0,0 0 0,0 0 0,0 1 0,0-1 0,-1 0 0,1 0 0,0 1 0,0-1 0,0 0 0,0 0 0,0 1 0,0-1 0,0 0 0,-1 0 0,1 1 0,0-1 0,-8 12 0,-1 0 0,0 0 0,-1-1 0,0 0 0,-18 14 0,3-2 0,-205 184 0,-47 45 0,264-238 0,13-14 0,0 0 0,0 0 0,0 0 0,0 0 0,0 0 0,0 0 0,0 0 0,0 0 0,1 0 0,-1 0 0,0 0 0,0 0 0,0 0 0,0 0 0,0 0 0,0 0 0,0 0 0,0 0 0,0 0 0,0 0 0,0 0 0,0 0 0,1 0 0,-1 0 0,0 0 0,0 0 0,0 0 0,0 0 0,0 0 0,0 0 0,0 0 0,0 0 0,0 0 0,0 0 0,0 0 0,0 0 0,0 0 0,0 0 0,0 0 0,0 0 0,0 0 0,0 0 0,1 0 0,-1 1 0,0-1 0,0 0 0,0 0 0,0 0 0,0 0 0,0 0 0,32-22 0,353-228 0,-224 150 0,-66 45 0,-55 34 0,68-51 0,-86 53 0,24-28 0,-9 9 0,138-153 0,-112 119 0,-6 6 0,48-75 0,-103 135 0,-10 8 0,-25 17 0,-230 163 0,81-52 0,-364 255-1130,-177 123-3393,-52 30 2636,57-54-1137,122-96 2268,147-107 541,140-97-643,256-153 701,-190 98 99,237-126 166,0 0 1,-1-1-1,1 0 0,0 0 1,-11 1-1,16-3-52,1 0 0,0 0-1,-1 1 1,1-1 0,-1 0 0,1 0-1,0 0 1,-1 0 0,1 0 0,-1-1 0,1 1-1,0 0 1,-1 0 0,1 0 0,0 0 0,-1 0-1,1 0 1,-1-1 0,1 1 0,0 0 0,0 0-1,-1-1 1,1 1 0,0 0 0,-1 0-1,1-1 1,0 1 0,0 0 0,-1-1 0,1 1-1,0 0 1,0-1 0,0 1 0,0 0 0,-1-1-1,1 1 1,0-1 0,0 1 0,0 0 0,0-1-1,0 1 1,0-1 0,0 1 0,0 0-1,0-1 1,0 1 0,0-1 0,0 1 0,0 0-1,1-1 1,-1 0 0,11-20 1014,-10 19-820,69-96 6188,49-45-5136,-77 94-1305,925-944-976,-829 851 1795,-135 137-797,1 0-1,-1-1 1,-1 1 0,1 0-1,-1-1 1,0 0-1,0 1 1,1-7 0,10-26-24,42-62 5,-49 90 0,676-966-2166,-302 446 1817,-367 503 1396,-13 27-1032,0-1 1,0 1-1,0 0 1,0 0-1,0 0 1,0 0 0,0 0-1,0 0 1,0-1-1,0 1 1,0 0-1,0 0 1,0 0 0,0 0-1,0 0 1,0 0-1,0-1 1,0 1-1,0 0 1,0 0-1,0 0 1,-1 0 0,1 0-1,0 0 1,0 0-1,0-1 1,0 1-1,0 0 1,0 0-1,0 0 1,0 0 0,-1 0-1,1 0 1,0 0-1,0 0 1,0 0-1,0 0 1,0 0-1,0 0 1,0 0 0,-1 0-1,1 0 1,0 0-1,0 0 1,0 0-1,0 0 1,-1 0-1,-12 7 382,5 1-346,0 1 0,0-1 0,1 1 0,0 1 0,0-1 0,-9 20 0,12-20-54,0-1 0,-1 1 0,0-1 0,-1 0 0,0 0 0,0-1 1,-1 0-1,0 0 0,0-1 0,-9 7 0,15-12 3,0 0 0,0-1 0,-1 1 0,1-1 0,0 1 0,-1-1 0,1 1 0,0-1 0,-1 0 0,1 1 0,0-1 0,-1 0 0,1 0 0,0 0 0,-1 0 0,1 0 0,0 0 0,-1-1 0,1 1 0,0 0 0,-1-1 0,1 1 0,0-1 0,-1 1 0,1-1 0,0 0 0,-1 0 0,-2-3 0,1 1 0,-1-1 0,1 1 0,0-1 0,0 0 0,1 0 0,-5-8 0,-8-21 0,2 0 0,0-1 0,-12-58 0,-28-144-589,9-2 1,-22-467-1,62 359 180,60-511 1,-54 845 433,-2 9 5,1 0-1,-1-1 1,1 1 0,-1-1 0,0 1 0,0-1 0,-1 1 0,1-1 0,-2-5 0,2 9-4,0 0 0,0 0 0,0 0 1,0-1-1,0 1 0,0 0 0,0 0 0,0 0 1,0 0-1,0 0 0,0 0 0,0 0 0,0 0 1,-1-1-1,1 1 0,0 0 0,0 0 0,0 0 1,0 0-1,0 0 0,0 0 0,0 0 0,0 0 0,0 0 1,0 0-1,-1 0 0,1 0 0,0 0 0,0 0 1,0 0-1,0 0 0,0 0 0,0 0 0,0 0 1,-1 0-1,1 0 0,0 0 0,0 0 0,0 0 1,0 0-1,0 0 0,0 0 0,0 0 0,-1 0 1,1 0-1,0 0 0,0 0 0,0 0 0,0 0 0,0 0 1,0 0-1,0 0 0,0 0 0,-1 1 0,-4 7 388,-1 13-116,-9 31-277,-1 0 0,-3-1-1,-2-1 1,-31 55 0,-9 19-18,-42 116-3,92-222 0,6-13 0,5-13 0,41-126 0,-26 92 0,-2-1 0,-2 0 0,-2 0 0,8-90 0,-17 132 0,0 0 0,1 0 0,-1 0 0,0 0 0,0 0 0,0 0 0,0 0 0,-1 0 0,1-1 0,0 1 0,0 0 0,-1 0 0,1 0 0,0 0 0,-1 0 0,1 0 0,-1 1 0,0-2 0,0 2 0,1 0 0,-1 0 0,1 0 0,-1 0 0,1 1 0,-1-1 0,0 0 0,1 1 0,-1-1 0,1 0 0,0 1 0,-1-1 0,1 1 0,-1-1 0,1 0 0,0 1 0,-1-1 0,1 1 0,0-1 0,-1 1 0,1 0 0,0 0 0,-21 45 0,-17 79 0,-28 166 0,32-129 0,23-124 0,7-25 0,6-19 0,2-7 0,57-200 0,35-225 0,-89 393 0,2-2 0,-3-1 0,-2 1 0,-1-1 0,-5-55 0,2 101 0,-1 0 0,1 0 0,0 1 0,0-1 0,-1 0 0,1 1 0,-1-1 0,0 0 0,0 1 0,1-1 0,-1 1 0,0-1 0,0 1 0,-2-3 0,-5 5 0,1 14 0,6-5 0,1 0 0,-1 0 0,2 0 0,-1-1 0,1 1 0,1 0 0,0 0 0,0-1 0,1 1 0,0-1 0,6 13 0,-3-5 0,0 0 0,4 22 0,-5 7 0,-1 1 0,-2 0 0,-3 0 0,-8 68 0,-46 184 0,25-158 0,29-134 0,-45 268 0,39-217 0,3 1 0,6 102 0,0-141-124,0-1 0,2 1 0,0-1 0,1 0 0,1 0 0,1 0-1,1-1 1,0 0 0,1-1 0,13 18 0,6 4-6702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04:58:42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15:12:50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1042 2416 24575,'-17'382'0,"5"-178"0,31-348 0,-11 96 0,34-228-122,80-582-543,-117 808 665,-4 32 0,-5 43 0,-92 922-377,56-440 235,39-497 142,0 12 0,-2-1 0,0 1 0,-10 31 0,13-52 12,-1 0 1,1 0 0,0 0 0,-1 0-1,1 0 1,-1 0 0,1 0 0,-1 0-1,0 0 1,1 0 0,-1 0 0,0-1-1,1 1 1,-1 0 0,-1 0 0,1 0 4,1-1 0,0 0 1,-1 0-1,1 0 0,-1 0 0,1 0 1,-1 0-1,1 0 0,-1 0 0,1 0 1,0 0-1,-1 0 0,1 0 1,-1 0-1,1 0 0,-1-1 0,1 1 1,0 0-1,-1 0 0,1 0 1,-1-1-1,1 1 0,0 0 0,-1-1 1,1 1-1,-3-4 65,0 1-1,0-1 1,0 0 0,1 0-1,0 0 1,0 0 0,-2-5-1,-142-406-81,97 264 0,13 43 0,-101-285 0,136 392 0,-13-30 0,14 31 0,0-1 0,0 1 0,0-1 0,-1 1 0,1-1 0,0 1 0,0-1 0,0 1 0,-1 0 0,1-1 0,0 1 0,0-1 0,-1 1 0,1 0 0,0-1 0,-1 1 0,1 0 0,-1 0 0,1-1 0,0 1 0,-1 0 0,1 0 0,-1-1 0,1 1 0,-1 0 0,1 0 0,0 0 0,-1 0 0,1 0 0,-1 0 0,1 0 0,-1 0 0,1 0 0,-1 0 0,1 0 0,-1 0 0,1 0 0,-1 0 0,1 0 0,-1 0 0,1 0 0,0 1 0,-1-1 0,1 0 0,-1 0 0,1 0 0,0 1 0,-1-1 0,1 0 0,-1 1 0,1-1 0,0 0 0,0 1 0,-1-1 0,1 1 0,-1 0 0,-2 6 0,1 0 0,-1 0 0,1 0 0,0 0 0,1 0 0,0 1 0,0-1 0,0 11 0,0 8 0,-66 766 0,43-486 0,24-267 0,0-39 0,0 0 0,0 0 0,0 1 0,0-1 0,0 0 0,0 0 0,0 0 0,0 1 0,0-1 0,0 0 0,0 0 0,0 0 0,0 1 0,0-1 0,0 0 0,0 0 0,0 0 0,0 1 0,0-1 0,0 0 0,1 0 0,-1 0 0,0 0 0,0 1 0,0-1 0,0 0 0,1 0 0,-1 0 0,0 0 0,0 0 0,0 0 0,0 1 0,1-1 0,-1 0 0,0 0 0,0 0 0,0 0 0,1 0 0,-1 0 0,0 0 0,0 0 0,0 0 0,1 0 0,-1 0 0,0 0 0,0 0 0,1 0 0,-1 0 0,0 0 0,0 0 0,0 0 0,1 0 0,-1-1 0,0 1 0,0 0 0,0 0 0,0 0 0,1 0 0,-1 0 0,0 0 0,0-1 0,0 1 0,0 0 0,0 0 0,1 0 0,-1-1 0,0 1 0,0 0 0,0 0 0,8-10 0,0 0 0,-1 0 0,-1-1 0,1 0 0,6-16 0,4-9 0,317-651 0,-205 392 0,-128 293 0,0 0 0,0 0 0,0 0 0,0 0 0,0 0 0,0 0 0,0 1 0,1-1 0,-1 0 0,1 1 0,-1-1 0,1 1 0,2-2 0,-4 3 0,1 0 0,-1 0 0,0 0 0,1 0 0,-1 0 0,0 0 0,1 0 0,-1 0 0,0 0 0,1 0 0,-1 0 0,0 0 0,0 0 0,1 0 0,-1 1 0,0-1 0,0 0 0,1 0 0,-1 0 0,0 1 0,0-1 0,1 0 0,-1 0 0,0 1 0,0-1 0,0 0 0,1 0 0,-1 1 0,0-1 0,0 0 0,0 1 0,6 23 0,-2 25 2,-2 1 0,-9 84 0,-24 104-55,21-170-17,-2 18-21,-101 532-407,101-578 499,7-37-1,2-12 0,0-15 1,1 0 0,1-38 1,2 24 111,3-753 475,-4 790-588,-2-40 0,-2 29 0,3 13 0,0-1 0,1 1 0,-1-1 0,0 1 0,1-1 0,-1 1 0,1 0 0,-1-1 0,1 1 0,-1 0 0,1-1 0,-1 1 0,1 0 0,0-1 0,-1 1 0,1 0 0,0 0 0,0-1 0,-1 3 0,-17 55 0,3 1 0,-11 75 0,9-37 0,11-71 0,3-11 0,-1 1 0,2-1 0,0 1 0,0 27 0,2-43 0,0 0 0,0 0 0,0 1 0,0-1 0,0 0 0,0 0 0,0 0 0,0 0 0,0 0 0,0 0 0,0 0 0,0 0 0,0 1 0,0-1 0,1 0 0,-1 0 0,0 0 0,0 0 0,0 0 0,0 0 0,0 0 0,0 0 0,0 0 0,0 1 0,0-1 0,0 0 0,0 0 0,0 0 0,0 0 0,1 0 0,-1 0 0,0 0 0,0 0 0,0 0 0,0 0 0,0 0 0,0 0 0,0 0 0,0 0 0,0 0 0,1 0 0,-1 0 0,0 0 0,0 0 0,0 0 0,0 0 0,0 0 0,0 0 0,0 0 0,0 0 0,1 0 0,-1 0 0,0 0 0,0 0 0,0 0 0,0 0 0,0 0 0,0 0 0,0 0 0,0-1 0,0 1 0,0 0 0,1 0 0,-1 0 0,0 0 0,0 0 0,0 0 0,8-11 0,6-15 0,59-158 0,-67 171 0,-3 19 0,-4 29 0,-54 327 0,24-188 0,1 7 0,-40 283 0,69-453 0,3-18 0,6-32 0,-7 33 0,251-1532-1839,-246 1497 1839,-2 12 0,-1 0 0,-1-54 0,-2 82 41,0 0-1,0 0 0,0 0 1,0-1-1,0 1 1,0 0-1,0 0 0,0 0 1,-1 0-1,1 0 0,0 0 1,-1 0-1,1 0 0,-1 0 1,1 0-1,-1 0 0,1 0 1,-1 0-1,0 0 0,1 1 1,-1-1-1,-1-1 1,1 3-8,0-1 1,0 1 0,0-1-1,0 1 1,0 0 0,0 0 0,0 0-1,0-1 1,0 1 0,1 0-1,-1 0 1,0 0 0,1 0-1,-1 0 1,0 1 0,1-1 0,0 0-1,-1 0 1,1 0 0,0 0-1,-1 3 1,-35 118 134,23-70-167,-309 1222-1923,266-1052 1874,98-387 1432,5 16-997,54-198-174,-87 284-216,-2-1-1,-3 0 1,1-100-1,-12 127 4,0 25 0,0 24 0,-48 486 0,48-478 0,3-20 0,-1 0 0,0 0 0,0 0 0,0 1 0,0-1 0,0 0 0,0 0 0,0 0 0,0 0 0,0 0 0,0 0 0,0 0 0,0 0 0,0 0 0,0 0 0,1 0 0,-1 0 0,0 1 0,0-1 0,0 0 0,0 0 0,0 0 0,0 0 0,0 0 0,1 0 0,-1 0 0,0 0 0,0 0 0,0 0 0,0 0 0,0 0 0,0 0 0,0 0 0,0 0 0,1 0 0,-1 0 0,0 0 0,0 0 0,0 0 0,0-1 0,0 1 0,0 0 0,0 0 0,0 0 0,1 0 0,-1 0 0,0 0 0,0 0 0,0 0 0,0 0 0,0 0 0,0 0 0,0-1 0,0 1 0,0 0 0,0 0 0,0 0 0,0 0 0,0 0 0,0 0 0,0 0 0,0 0 0,0-1 0,0 1 0,0 0 0,18-34 0,-16 30 0,184-397 0,-179 387 0,0-1 0,-2 1 0,0-1 0,0 0 0,2-21 0,-35 344 0,16-242 0,-2 0 0,-36 102 0,46-158 0,3-14 0,7-33 0,140-855-1580,-113 669 1398,-26 180 182,48-414 0,-55 431 0,-1 26 0,1 0 0,0 0 0,0 0 0,-1 0 0,1 0 0,0 0 0,0 0 0,-1 0 0,1 0 0,0 0 0,0 0 0,0 0 0,-1 0 0,1 1 0,0-1 0,0 0 0,-1 0 0,1 0 0,0 0 0,0 1 0,0-1 0,0 0 0,-1 0 0,1 0 0,0 1 0,0-1 0,0 0 0,0 0 0,0 1 0,0-1 0,0 0 0,0 0 0,0 1 0,0-1 0,-1 0 0,1 0 0,0 1 0,0-1 0,1 0 0,-1 0 0,0 1 0,0-1 0,-18 60 0,17-58 0,-106 413-246,10-40-736,-55 223 721,-145 548-327,236-945 467,56-187 121,1-2 0,12-27 0,218-396 3317,-18 37-3578,-128 204 258,-6-3 0,90-330 0,-160 491 54,-1-1 0,2-26-1,-5 39-36,1-1 0,-1 1 0,0 0 0,0 0 0,0 0-1,0-1 1,0 1 0,0 0 0,0 0 0,0-1 0,0 1-1,0 0 1,0 0 0,0-1 0,0 1 0,0 0 0,0-1-1,0 1 1,0 0 0,0 0 0,0-1 0,0 1 0,0 0-1,0 0 1,0 0 0,-1-1 0,1 1 0,0 0 0,0 0-1,0 0 1,0-1 0,-1 1 0,1 0 0,0 0 0,0 0-1,0 0 1,-1-1 0,1 1 0,0 0 0,0 0 0,-1 0-1,1 0 1,0 0 0,0 0 0,-1 0 0,1 0 0,-11 13 96,1 6-110,1 0 0,1 1 0,-9 36 0,8-26 0,-177 518-1021,64-199 502,-11 65 508,-33 97-5,149-469 16,15-37 0,1-7 0,11-33 0,126-358 139,-54 170-1227,132-379-2709,630-1829 1446,-824 2374 2317,44-143-90,-54 157 124,-12 37 938,-5 11 163,-7 17 1046,-5 19-1743,-19 64 0,14-36-374,-314 939 2189,258-761-2106,76-237-113,-1 8 0,-2 1 0,-10 19 0,20-65 1222,34-143-977,-9 45-245,18-177-1,-46 273 1,-4 21 0,-3 18 0,-66 177 0,46-111 0,-43 83 0,53-122 0,-2 5 0,13-33 0,4-16 0,6-211 0,-35 302 0,15-41 0,-2 5 0,2 0 0,-9 51 0,17-24 0,4-24 0,-31 307-249,-34 574-766,98-1590 1103,3-266 56,-33 902 17,0 33 409,1 35-269,-1-33-301,3 24 0,-2-37 0,0 0 0,0 0 0,0 0 0,1 0 0,-1 1 0,0-1 0,0 0 0,0 0 0,0 0 0,1 0 0,-1 1 0,0-1 0,0 0 0,0 0 0,1 0 0,-1 0 0,0 0 0,0 0 0,0 0 0,1 0 0,-1 0 0,0 0 0,0 0 0,1 0 0,-1 0 0,0 0 0,0 0 0,0 0 0,1 0 0,-1 0 0,0 0 0,0 0 0,1 0 0,-1 0 0,0 0 0,0 0 0,0-1 0,0 1 0,1 0 0,-1 0 0,0 0 0,0 0 0,0 0 0,0-1 0,1 1 0,-1 0 0,0 0 0,0 0 0,0-1 0,0 1 0,0 0 0,0 0 0,0 0 0,0-1 0,1 1 0,-1 0 0,0 0 0,0-1 0,6-8 0,0-1 0,-1 0 0,1 0 0,-2 0 0,0-1 0,0 0 0,4-19 0,4-12 0,77-245 0,99-301 0,-174 541 0,-11 32 0,-10 28 0,-69 213 0,34-93 0,-37 84 0,-48 155 0,125-355 0,14-38 0,13-37 0,-3-2 0,16-64 0,20-131 0,-36 155 0,19-97 0,-39 193 0,-2 10 0,-3 22 0,-94 354 15,32-143-251,54-195 19,-210 880-671,198-800 888,21-108 0,6-27 0,-1 2 0,144-382 1322,-72 203-1318,-75 189-4,0-1 0,0 0 0,0 0 0,0 0 0,0 0 0,0 0 0,0 0 0,0 0 0,0 0 0,0 0 0,0 0 0,0 1 0,0-1 0,0 0 0,0 0 0,0 0 0,0 0 0,0 0 0,0 0 0,0 0 0,0 0 0,0 0 0,0 0 0,0 0 0,0 0 0,0 1 0,0-1 0,1 0 0,-1 0 0,0 0 0,0 0 0,0 0 0,0 0 0,0 0 0,0 0 0,0 0 0,0 0 0,0 0 0,0 0 0,1 0 0,-1 0 0,0 0 0,0 0 0,0 0 0,0 0 0,0 0 0,0 0 0,0 0 0,0 0 0,0 0 0,2 18 0,0 28 0,-2-46 0,43 491 0,36-1 0,-68-426 0,-5-33 0,31 208 0,-30-171 0,-2 103 0,-5-161 0,0 0 0,0-1 0,1 1 0,0 0 0,0 0 0,6 15 0,-5-19 0,1 0 0,0 0 0,0 0 0,1-1 0,0 1 0,0-1 0,0 0 0,0 0 0,1 0 0,0-1 0,6 5 0,43 39 0,-2 3 0,70 87 0,25 26 0,-127-143 0,29 42 0,-14-15 0,-34-47 0,0 0 0,0 0 0,-1 1 0,1-1 0,0 0 0,0 0 0,0 0 0,0 0 0,1 0 0,-1-1 0,0 1 0,0 0 0,0 0 0,1-1 0,-1 1 0,0-1 0,1 1 0,1-1 0,-1-7 0,-8-12 0,-110-180 0,78 139 0,36 57 0,4 4 0,7 9 0,15 19 0,151 250 0,-55-81 0,-86-149 0,-21-33 0,-1 1 0,-1 0 0,-1 0 0,0 1 0,10 28 0,-23-52 0,-1 0 0,1 0 0,-1 0 0,0 0 0,-1 1 0,-6-7 0,-7-10 0,-162-221 0,159 213 0,-36-38 0,50 64 0,13 17 0,17 22 0,-10-20 0,0 2 0,-1-1 0,0 1 0,-2 1 0,0 0 0,-1 1 0,-1 0 0,-1 0 0,10 38 0,-14-35 0,2 37 0,-4-41 0,0 0 0,1 0 0,6 21 0,-8-38 0,0-1 0,0 1 0,0-1 0,0 1 0,0-1 0,0 1 0,0-1 0,0 1 0,0-1 0,0 1 0,0-1 0,1 0 0,-1 1 0,0-1 0,0 1 0,1-1 0,-1 0 0,0 1 0,0-1 0,1 0 0,-1 1 0,0-1 0,1 0 0,-1 1 0,0-1 0,1 0 0,-1 0 0,1 1 0,-1-1 0,0 0 0,1 0 0,0 0 0,5-13 0,0-27 0,-6 36 0,0-1 0,1 1 0,-1 0 0,1 0 0,0 0 0,0-1 0,0 1 0,0 0 0,1 0 0,2-5 0,-2 8 0,-1-1 0,1 0 0,0 1 0,-1 0 0,1-1 0,0 1 0,0 0 0,0 0 0,0 0 0,0 0 0,0 1 0,0-1 0,0 0 0,0 1 0,1-1 0,-1 1 0,0 0 0,0 0 0,0 0 0,1 0 0,-1 0 0,0 0 0,2 1 0,33 5 0,-1 1 0,-1 2 0,45 17 0,-8-2 0,39 11 0,93 26 0,-162-51 0,1-2 0,81 5 0,149-17 0,-226-3 0,0-2 0,-1-2 0,63-23 0,-85 27 0,0 2 0,0 0 0,0 1 0,28 0 0,99 6 0,-137 0 0,0-1 0,0 2 0,0 0 0,-1 0 0,1 1 0,-1 1 0,0 0 0,0 1 0,-1 1 0,0-1 0,0 2 0,15 12 0,5 7 0,-2 3 0,47 56 0,-45-48 0,-21-26 0,31 41 0,-40-50 0,0 1 0,1-1 0,-2 1 0,1 0 0,0 0 0,-1 0 0,1 0 0,-1 0 0,0 0 0,-1 0 0,1 0 0,-1 8 0,0-10 0,-1 0 0,1-1 0,-1 1 0,1 0 0,-1-1 0,0 1 0,0-1 0,0 1 0,0-1 0,0 1 0,0-1 0,0 1 0,0-1 0,0 0 0,-1 0 0,1 0 0,-1 0 0,1 0 0,-1 0 0,1 0 0,-1 0 0,1-1 0,-1 1 0,0 0 0,1-1 0,-1 0 0,-2 1 0,-4 1 0,-1-1 0,0 0 0,0 0 0,-10-1 0,-17-3 0,0-2 0,0-2 0,1-1 0,-49-18 0,-10-1 0,74 21 0,0 0 0,0 0 0,-20-11 0,31 12 0,1 0 0,-1 0 0,1-1 0,0 0 0,1-1 0,-1 0 0,1 0 0,-10-13 0,-86-101 0,49 60 0,43 48 0,-1-1 0,0 0 0,-24-20 0,31 30 0,0 1 0,-1-1 0,1 1 0,-1 0 0,0 0 0,0 1 0,0 0 0,0 0 0,0 0 0,0 1 0,-11-2 0,-26 2 0,1 3 0,-1 1 0,1 1 0,-78 21 0,70-15 0,18-5 0,-36 1 0,48-5 0,0 1 0,0 0 0,0 1 0,0 1 0,-31 11 0,24-4 0,-2 0 0,1-2 0,-1-2 0,0 0 0,-1-2 0,1-1 0,-1-2 0,-38-1 0,47 0 0,1 1 0,-32 6 0,-10 1 0,-220 23 0,277-32 0,0 0 0,0 0 0,0 0 0,-1 0 0,1-1 0,0 0 0,0 0 0,-5-2 0,9 3 0,1-1 0,-1 1 0,0-1 0,0 1 0,0-1 0,0 1 0,0-1 0,1 0 0,-1 1 0,0-1 0,1 0 0,-1 0 0,0 1 0,1-1 0,-1 0 0,1 0 0,-1 0 0,1 0 0,-1-1 0,1 1 0,0-1 0,0 1 0,0-1 0,0 0 0,0 1 0,0-1 0,1 1 0,-1-1 0,1 1 0,-1-1 0,1 1 0,-1-1 0,1 1 0,0 0 0,-1-1 0,3-1 0,4-8 0,2 1 0,0 0 0,0 0 0,0 1 0,1 0 0,22-14 0,76-42 0,-84 51 0,38-22 0,283-142 0,-337 175 0,2-1 0,-1 0 0,0 0 0,12-8 0,-15 4 0,-13 4 0,-16 5 0,-197 25 0,215-25 0,0 0 0,0 0 0,0 1 0,0 0 0,0 0 0,0 0 0,1 0 0,-1 1 0,1 0 0,-6 4 0,-39 40 0,20-18 0,-42 28 0,46-37 0,-35 31 0,60-51 0,0 1 0,-1-1 0,1 0 0,0 1 0,0-1 0,-1 0 0,1 1 0,0-1 0,0 0 0,-1 1 0,1-1 0,0 1 0,0-1 0,0 0 0,0 1 0,0-1 0,0 1 0,0-1 0,0 0 0,-1 1 0,1-1 0,1 1 0,-1-1 0,0 0 0,0 1 0,0-1 0,0 1 0,0-1 0,0 1 0,0-1 0,1 0 0,-1 1 0,0-1 0,0 0 0,0 1 0,1-1 0,-1 0 0,0 1 0,1-1 0,-1 0 0,0 1 0,0-1 0,1 0 0,-1 0 0,1 0 0,-1 1 0,0-1 0,1 0 0,-1 0 0,0 0 0,1 0 0,-1 0 0,1 1 0,-1-1 0,1 0 0,-1 0 0,0 0 0,2-1 0,36 7 0,-22-4 0,-14-1 0,1-1 0,0 1 0,-1 0 0,1 0 0,-1 0 0,0 1 0,1-1 0,-1 0 0,0 1 0,0-1 0,0 1 0,4 3 0,-6-4 0,1 0 0,-1 0 0,0 0 0,1 0 0,-1 0 0,0 0 0,0 0 0,1 1 0,-1-1 0,0 0 0,0 0 0,0 0 0,0 0 0,0 0 0,-1 0 0,1 0 0,0 0 0,0 1 0,-1-1 0,1 0 0,-1 0 0,1 0 0,-1 0 0,1-1 0,-1 1 0,0 0 0,1 0 0,-1 0 0,0 0 0,0 0 0,0-1 0,-1 2 0,-8 7 0,0-1 0,0 0 0,-1-1 0,0 0 0,-21 10 0,21-14 0,14-9 0,18-10 0,-8 12 0,0 0 0,0 1 0,1 0 0,22-1 0,-31 3 0,-146 12 0,121-8 0,7 0 0,-1-1 0,0-1 0,1 0 0,-19-2 0,32 1 0,-1 0 0,1 0 0,-1 0 0,1 0 0,-1 0 0,1 0 0,-1 0 0,0 0 0,1 0 0,-1 0 0,1 0 0,-1 0 0,1-1 0,0 1 0,-1 0 0,1 0 0,-1-1 0,1 1 0,-1 0 0,1-1 0,0 1 0,-1 0 0,1-1 0,-1 1 0,1-1 0,0 1 0,0 0 0,-1-1 0,1 0 0,8-12 0,27-9 0,-32 20 0,8-4 0,1-1 0,-1 0 0,0-1 0,-1 0 0,0-1 0,14-14 0,-24 22 0,0 1 0,0 0 0,0-1 0,1 1 0,-1 0 0,0-1 0,0 1 0,0 0 0,0-1 0,1 1 0,-1 0 0,0-1 0,0 1 0,0-1 0,0 1 0,0 0 0,0-1 0,0 1 0,0-1 0,0 1 0,0 0 0,0-1 0,-1 1 0,1 0 0,0-1 0,0 1 0,0-1 0,0 1 0,-1 0 0,1-1 0,0 1 0,0 0 0,0 0 0,-1-1 0,1 1 0,0 0 0,-1-1 0,1 1 0,0 0 0,-1 0 0,1 0 0,0-1 0,-1 1 0,1 0 0,0 0 0,-1 0 0,1 0 0,-1 0 0,1 0 0,0 0 0,-1 0 0,0 0 0,-22-4 0,22 4 0,11-7 0,13-1 0,11 3 0,61-1 0,-121 8 0,0 2 0,0 1 0,0 0 0,-46 18 0,38-11 0,-64 12 0,61-23 0,37-1 0,0 0 0,-1-1 0,1 1 0,-1 0 0,1 0 0,-1 0 0,1 0 0,-1 0 0,1 0 0,0-1 0,-1 1 0,1 0 0,0 0 0,-1-1 0,1 1 0,-1 0 0,1-1 0,0 1 0,0 0 0,-1-1 0,1 1 0,0 0 0,0-1 0,-1 0 0,1 0 0,0 0 0,0 0 0,1 1 0,-1-1 0,0 0 0,0 0 0,1 0 0,-1 0 0,1 1 0,-1-1 0,0 0 0,1 1 0,0-1 0,-1 0 0,1 1 0,-1-1 0,1 0 0,1 0 0,6-6 0,0 1 0,1 0 0,-1 0 0,1 1 0,1 0 0,-1 1 0,1 0 0,16-5 0,-114 7 0,72 3 0,-28-1 0,41 1 0,1-2 0,0 1 0,0 0 0,0 0 0,0-1 0,-1 1 0,1-1 0,0 0 0,0 1 0,0-1 0,0 0 0,0 0 0,1-1 0,-5-1 0,6 2 0,0 1 0,0 0 0,-1-1 0,1 1 0,0 0 0,0-1 0,0 1 0,-1 0 0,1-1 0,0 1 0,0-1 0,0 1 0,0 0 0,0-1 0,0 1 0,0-1 0,0 1 0,0 0 0,0-1 0,0 1 0,0-1 0,0 1 0,0 0 0,0-1 0,0 1 0,0-1 0,1 1 0,-1 0 0,0-1 0,0 1 0,0 0 0,1-1 0,-1 1 0,16-11 0,20-2 0,-5 9 0,1 0 0,-1 2 0,1 1 0,41 5 0,-72-4 0,0 0 0,1 0 0,-1 0 0,1 0 0,-1 0 0,1 0 0,-1 0 0,1 0 0,-1 1 0,0-1 0,1 1 0,-1-1 0,1 1 0,-1-1 0,0 1 0,0 0 0,1 0 0,-1-1 0,0 1 0,0 0 0,0 0 0,0 0 0,0 0 0,0 1 0,0-1 0,0 0 0,0 0 0,-1 1 0,1-1 0,0 2 0,2 0 0,-1-1 0,1 1 0,-1-1 0,1 0 0,0 0 0,0-1 0,0 1 0,0 0 0,0-1 0,0 0 0,1 0 0,5 2 0,1 0 0,82 23 0,-68-21 0,0 2 0,0 0 0,40 19 0,-63-25 0,0-1 0,1 1 0,-1 0 0,0-1 0,0 1 0,0 0 0,0-1 0,0 1 0,0 0 0,0 0 0,0 0 0,0 0 0,-1 0 0,1 0 0,0 0 0,0 0 0,-1 1 0,1-1 0,-1 0 0,1 0 0,-1 0 0,0 1 0,1-1 0,-1 0 0,0 1 0,0-1 0,0 0 0,0 0 0,0 1 0,0-1 0,0 0 0,0 1 0,-1-1 0,1 0 0,0 0 0,-1 1 0,1-1 0,-1 0 0,1 0 0,-1 0 0,0 0 0,0 0 0,1 0 0,-1 0 0,0 0 0,0 0 0,0 0 0,-1 1 0,-6 6 0,0 0 0,-1-1 0,0 0 0,-14 8 0,17-12 0,-18 14 0,22-12 0,18-5 0,172-39 0,20-3 0,-247 45 0,-53-4 0,24 0 0,-326 2 0,391-4 0,11-2 0,13-4 0,0 6 0,25-7 0,-44 9 0,-1 1 0,1 0 0,-1-1 0,1 0 0,-1 1 0,1-1 0,-1 0 0,0 0 0,1 0 0,-1 0 0,0 0 0,0 0 0,0 0 0,0 0 0,0 0 0,0-1 0,0 1 0,0 0 0,0-1 0,-1 1 0,1-1 0,0 1 0,0-2 0,-1 1 0,0 0 0,-1 0 0,1 1 0,0-1 0,-1 0 0,1 1 0,-1-1 0,1 1 0,-1-1 0,0 1 0,0-1 0,0 1 0,1-1 0,-1 1 0,-1 0 0,1-1 0,0 1 0,0 0 0,0 0 0,-3-2 0,-30-19 0,33 21 0,-221-111 0,187 95 0,-42-13 0,77 30 0,0 0 0,0 0 0,0 0 0,1 0 0,-1 0 0,0 0 0,0 0 0,0 0 0,0 0 0,0 0 0,0 0 0,0 0 0,0 0 0,0 0 0,0 0 0,0 0 0,0 0 0,0 0 0,1 0 0,-1-1 0,0 1 0,0 0 0,0 0 0,0 0 0,0 0 0,0 0 0,0 0 0,0 0 0,0 0 0,0 0 0,0 0 0,0 0 0,0 0 0,0-1 0,0 1 0,0 0 0,0 0 0,0 0 0,0 0 0,0 0 0,0 0 0,0 0 0,0 0 0,0 0 0,0 0 0,0 0 0,0 0 0,0-1 0,-1 1 0,17-2 0,-12 2 0,-1 0 0,0 0 0,0 0 0,0 0 0,0-1 0,0 0 0,0 0 0,0 0 0,0 0 0,0 0 0,5-3 0,-9 3 0,1 0 0,-1 0 0,1 0 0,-1 0 0,1 1 0,-1-1 0,0 0 0,0 0 0,1 1 0,-1-1 0,0 0 0,0 1 0,0-1 0,0 1 0,0-1 0,0 1 0,0 0 0,0-1 0,-2 1 0,-2-3 0,-235-105 0,201 93 0,31 13 0,0 0 0,1 0 0,0-1 0,0 0 0,0-1 0,0 0 0,-13-9 0,33 12 0,8 5 0,67 25 0,-65-20 0,0-1 0,1 0 0,-1-2 0,2-1 0,41 3 0,-61-8 0,0-1 0,0 1 0,-1-1 0,1 0 0,0-1 0,5-1 0,-6 1 0,-1 1 0,1-1 0,0 1 0,0 0 0,0 1 0,-1-1 0,1 1 0,0 0 0,0 0 0,0 0 0,4 1 0,18 4 0,0-1 0,0-1 0,0-1 0,38-2 0,-63 0 0,-1 0 0,0 1 0,0-1 0,1 0 0,-1 0 0,0 0 0,0 0 0,1-1 0,-1 1 0,0 0 0,0 0 0,0 0 0,1 0 0,-1 0 0,0 0 0,0 0 0,1 0 0,-1 0 0,0 0 0,0-1 0,0 1 0,0 0 0,1 0 0,-1 0 0,0 0 0,0-1 0,0 1 0,0 0 0,0 0 0,1 0 0,-1-1 0,0 1 0,0 0 0,0 0 0,0-1 0,0 1 0,0 0 0,-6-9 0,-18-9 0,21 16 0,-46-35 0,2-3 0,-56-59 0,34 31 0,66 66 0,1-1 0,-1 1 0,0 0 0,0 0 0,0 0 0,0 1 0,-5-3 0,7 4 0,1 0 0,0 0 0,-1 0 0,1-1 0,0 1 0,-1 0 0,1 0 0,0 0 0,-1 0 0,1 0 0,0 0 0,-1 0 0,1 0 0,0 0 0,-1 0 0,1 0 0,0 1 0,-1-1 0,1 0 0,0 0 0,-1 0 0,1 0 0,0 1 0,-1-1 0,1 0 0,0 0 0,0 0 0,-1 1 0,2 16 0,17 21 0,-18-37 0,1 1 0,0 0 0,0-1 0,0 1 0,0-1 0,1 1 0,-1-1 0,0 0 0,0 1 0,1-1 0,-1 0 0,1 0 0,-1 0 0,1 0 0,0 0 0,-1 0 0,1-1 0,0 1 0,2 0 0,-4-1 0,1 0 0,-1 0 0,1 0 0,-1-1 0,1 1 0,0 0 0,-1-1 0,1 1 0,-1 0 0,0-1 0,1 1 0,-1 0 0,1-1 0,-1 1 0,0-1 0,1 1 0,-1-1 0,0 1 0,1-1 0,-1 1 0,0-1 0,0 1 0,1-1 0,-1 1 0,0-1 0,0 0 0,0 0 0,2-10 0,-1 0 0,0 0 0,-1 0 0,0 0 0,-1 0 0,0 1 0,-1-1 0,-3-12 0,2 8 0,-24-109 0,-7 1 0,-81-199 0,74 232 0,88 171 0,242 448-419,56-29 45,-196-333 331,-69-82 747,-80-85-701,0 0-1,0 0 1,0 0 0,0 0-1,0 0 1,0 0-1,0 0 1,0 0 0,0 0-1,0-1 1,0 1 0,0 0-1,0 0 1,0 0 0,0 0-1,0 0 1,0 0 0,0 0-1,0 0 1,0 0 0,0-1-1,0 1 1,0 0-1,0 0 1,0 0 0,1 0-1,-1 0 1,0 0 0,0 0-1,0 0 1,0 0 0,0 0-1,0 0 1,0 0 0,0 0-1,0-1 1,0 1 0,0 0-1,0 0 1,1 0-1,-1 0 1,0 0 0,0 0-1,0 0 1,0 0 0,0 0-1,-6-19 18,-12-26-32,-33-62 12,-4 3 0,-91-129 0,138 223 0,1 0 0,0-1 0,0 1 0,1-1 0,0-1 0,1 1 0,0-1 0,1 0 0,0 0 0,1 0 0,-3-19 0,-3-69 0,-35-309 0,-26 5 0,67 391 0,-1-6 0,-1-1 0,0 1 0,-2 1 0,0-1 0,-10-18 0,17 37 0,0-1 0,0 1 0,0 0 0,-1-1 0,1 1 0,0-1 0,0 1 0,0 0 0,-1-1 0,1 1 0,0 0 0,-1-1 0,1 1 0,0 0 0,-1-1 0,1 1 0,0 0 0,-1 0 0,1-1 0,-1 1 0,1 0 0,0 0 0,-1 0 0,1 0 0,-1-1 0,1 1 0,-1 0 0,1 0 0,-1 0 0,1 0 0,-1 0 0,1 0 0,-1 0 0,-8 14 0,-2 29 0,11-42 0,-35 335 0,26 5 0,9-289 0,1 433 0,-1-485 0,0 0 0,1 1 0,-1-1 0,0 0 0,0 0 0,0 0 0,0 0 0,0 0 0,0 0 0,0 0 0,0 0 0,0 1 0,0-1 0,0 0 0,0 0 0,0 0 0,0 0 0,1 0 0,-1 1 0,0-1 0,0 0 0,0 0 0,0 0 0,0 0 0,0 0 0,-1 0 0,1 1 0,0-1 0,0 0 0,0 0 0,0 0 0,0 0 0,0 0 0,0 0 0,0 1 0,0-1 0,0 0 0,0 0 0,0 0 0,0 0 0,-1 0 0,1 0 0,0 0 0,0 0 0,0 0 0,0 1 0,0-1 0,0 0 0,0 0 0,-1 0 0,1 0 0,0 0 0,0 0 0,0 0 0,0 0 0,0 0 0,-1 0 0,1 0 0,0 0 0,0 0 0,0 0 0,0 0 0,0 0 0,0 0 0,-1 0 0,1 0 0,0 0 0,0-1 0,-8-11 0,-8-26 0,-155-372 0,161 387 0,-3-7 0,19 56 0,28 64 0,3-1 0,51 86 0,-67-136 0,5 12 0,2-1 0,66 84 0,-72-111 0,-18-20 0,-1 0 0,1 0 0,-1 0 0,0 0 0,0 1 0,0 0 0,0 0 0,-1 0 0,1 0 0,-1 0 0,3 7 0,-5-10 0,0-1 0,0 1 0,1-1 0,-1 1 0,0-1 0,0 1 0,0-1 0,0 1 0,0-1 0,0 1 0,0-1 0,0 1 0,0-1 0,-1 1 0,1-1 0,0 1 0,0-1 0,0 0 0,0 1 0,-1-1 0,1 1 0,0-1 0,0 1 0,-1-1 0,1 0 0,0 1 0,-1-1 0,1 0 0,-1 1 0,1-1 0,-1 1 0,-18-2 0,-25-16 0,36 13 0,7 4 0,0-1 0,0 0 0,0 1 0,0-1 0,0 1 0,0 0 0,0-1 0,0 1 0,0 0 0,0 0 0,0-1 0,0 1 0,0 0 0,0 0 0,0 0 0,0 0 0,0 0 0,-1 1 0,1-1 0,0 0 0,0 0 0,0 1 0,0-1 0,0 1 0,0-1 0,0 1 0,0-1 0,0 1 0,0-1 0,1 1 0,-1 0 0,0 0 0,0-1 0,0 1 0,1 0 0,-1 0 0,1 0 0,-1 0 0,0 0 0,1 0 0,0 0 0,-1 0 0,1 0 0,-1 0 0,1 0 0,0 0 0,0 0 0,0 0 0,0 0 0,0 0 0,0 1 0,0-1 0,0 0 0,0 0 0,1 2 0,-1 5 0,1-1 0,1 1 0,-1 0 0,1 0 0,0-1 0,6 12 0,-3-8 0,-2-7 0,-1 0 0,0 0 0,0 0 0,0 0 0,-1 0 0,1 1 0,-1-1 0,0 1 0,-1-1 0,1 8 0,0-12 0,-1 1 0,0-1 0,0 0 0,0 1 0,-1-1 0,1 0 0,0 1 0,0-1 0,0 0 0,0 0 0,0 1 0,0-1 0,0 0 0,0 1 0,-1-1 0,1 0 0,0 1 0,0-1 0,0 0 0,-1 0 0,1 0 0,0 1 0,0-1 0,-1 0 0,1 0 0,0 0 0,-1 1 0,1-1 0,0 0 0,0 0 0,-1 0 0,1 0 0,0 0 0,-1 0 0,1 0 0,-1 0 0,-13-6 0,-15-18 0,21 16 0,-422-441 0,352 348 0,151 166 0,5 15 0,152 119 0,-199-172 0,3 3 0,-34-30 0,0 0 0,0 0 0,1 0 0,-1 0 0,0 1 0,0-1 0,1 0 0,-1 0 0,0 0 0,1 0 0,-1 0 0,0 0 0,1 0 0,-1 0 0,0 0 0,1 0 0,-1 0 0,0 0 0,0 0 0,1 0 0,-1 0 0,0 0 0,1 0 0,-1-1 0,0 1 0,1 0 0,-1 0 0,0 0 0,0 0 0,1-1 0,-1 1 0,0 0 0,0 0 0,0 0 0,1-1 0,-1 1 0,0 0 0,0 0 0,0-1 0,0 1 0,1 0 0,-1-1 0,0 1 0,0 0 0,0-1 0,1-4 0,0-1 0,0 1 0,-1 0 0,1-1 0,-1 1 0,-1-8 0,-4-51 6,-25-116 1,-32-64-165,48 192 41,-240-753-1197,239 761 1314,7 19 0,0 0 0,-2 1 0,-1 0 0,-16-26 0,27 50 1,0 0-1,0-1 1,0 1 0,0 0-1,0-1 1,-1 1-1,1 0 1,0 0-1,0-1 1,0 1 0,-1 0-1,1-1 1,0 1-1,0 0 1,-1 0-1,1-1 1,0 1 0,0 0-1,-1 0 1,1 0-1,0 0 1,-1-1-1,1 1 1,0 0 0,-1 0-1,1 0 1,0 0-1,-1 0 1,1 0-1,0 0 1,-1 0 0,1 0-1,0 0 1,-1 0-1,1 0 1,-1 0-1,-4 13 377,5 26 539,18 99-792,51 198 0,-33-177-110,45 350-14,-77-495 0,0-37 0,8-413-13,-12 301-108,28-943-1571,0 102 787,-30 903 3265,-60 385-1956,52-233-420,-2 159-1,13-604 17,1 119 0,-2-98 0,-2 385 0,-1-1 0,-14 65 0,-29 79 0,14-61 0,19-61 0,8-35 0,-1 0 0,0-1 0,-20 46 0,25-71 0,2-14 0,73-399 0,-29 178 0,-35 181 0,2-7 0,-3 0 0,3-77 0,-15 126 0,-3 19 0,-9 32 0,12-30 0,-182 581-706,70-204-110,52-199 783,-44 154-53,95-290 23,12-44 126,11-38 189,214-792-87,-52-18-1095,-167 808 900,11-55-12,-4 0-1,2-112 1,-18 180 38,3 20 13,0 0 0,0 0 0,0 0 0,0 0 0,0 0 1,0-1-1,-1 1 0,1 0 0,0 0 0,0 0 1,0 0-1,0 0 0,-1 0 0,1 0 0,0 0 0,0 0 1,0 0-1,0 0 0,-1 0 0,1 0 0,0 0 1,0 0-1,0 0 0,0 0 0,-1 0 0,1 0 1,0 0-1,0 0 0,0 0 0,0 0 0,-1 0 0,1 0 1,0 0-1,0 0 0,0 0 0,0 0 0,0 1 1,0-1-1,-1 0 0,1 0 0,0 0 0,0 0 0,0 0 1,0 1-1,0-1 0,0 0 0,-1 0 0,-18 35 1264,18-33-1231,-224 552-279,177-424-249,-62 170 262,-128 328 234,227-599-10,6-16 0,1-1 0,-2-1 0,-11 20 0,20-47 0,76-181 0,-68 169 0,358-820-1372,118-285-1233,-376 841 2429,-84 226 1493,-38 104-442,-21 51-1,6-21-103,-55 152-320,-29 89-801,-609 1612-1580,561-1545 1043,83-236 887,72-134 0,1-3 36,-7 15-119,20-29 671,119-148 2119,129-155-2786,286-333-238,-545 647 317,37-42-1,53-46 1,-88 86 0,0 0 1,1 1 0,-1-1 0,0 0 0,1 1 0,-1 0 0,1-1 0,0 1 0,-1 0 0,5-1 0,-6 2-2,0 0-1,0 0 1,0 0 0,-1 0 0,1 0 0,0 0 0,0 0 0,0 1 0,0-1 0,-1 0 0,1 0 0,0 1 0,0-1 0,-1 1 0,1-1 0,0 0 0,0 1 0,-1-1 0,1 1 0,-1 0 0,1-1 0,0 1 0,0 1 0,2 3 30,-1 0 0,0 0 0,-1 1 1,1-1-1,-1 1 0,0-1 0,0 1 1,0-1-1,-1 8 0,2 165 617,-27 237 0,20-360-547,-35 276-89,39-328-10,1 1 0,-1-1 0,1 0 0,0 0 0,0 1 0,0-1 0,1 0 0,-1 1 0,1-1 0,0 0 0,0 0 0,0 0 0,0 0 0,0 0 0,1 0 0,-1 0 0,1 0 0,0 0 0,3 4 0,-1-5 0,0 1 0,-1-1 0,1 0 0,0 0 0,0 0 0,1 0 0,-1-1 0,0 1 0,0-1 0,1-1 0,-1 1 0,1 0 0,-1-1 0,5 0 0,3 1 0,-1 0 0,1-1 0,0 0 0,0-1 0,-1-1 0,1 0 0,-1 0 0,1-1 0,-1 0 0,0-1 0,0-1 0,0 1 0,-1-2 0,1 0 0,-1 0 0,-1 0 0,11-10 0,-18 15 0,2-4 0,1 1 0,-1 1 0,1-1 0,0 1 0,11-6 0,-16 9 0,1-1 0,0 1 0,0 0 0,0 0 0,0-1 0,0 1 0,0 0 0,0 0 0,1 0 0,-1 0 0,0 0 0,0 0 0,0 1 0,0-1 0,0 0 0,0 0 0,0 1 0,-1-1 0,1 1 0,0-1 0,0 1 0,0-1 0,0 1 0,0-1 0,-1 1 0,1 0 0,0-1 0,0 1 0,-1 0 0,1 0 0,0 0 0,-1-1 0,1 1 0,-1 0 0,0 0 0,1 0 0,-1 0 0,1 0 0,-1 0 0,0 0 0,0 0 0,0 0 0,0 0 0,0 0 0,0 1 0,3 16 0,-1-1 0,-1 1 0,-1-1 0,0 1 0,-5 32 0,-1 3 0,-52 1110-1474,57-1045 1443,20 153 0,-10-210 93,2-1-1,3 0 1,3-1-1,31 75 0,-20-63 1151,-20-47-1208,1 0 0,1 0 1,24 39-1,-28-53-4,-1 0 0,0 0 0,0 0 0,-2 1 0,1-1 0,-1 1 0,-1 0 0,0 0 0,1 14 0,-1 17 0,-3 46 0,0-39 0,1 19 0,-3 74 0,3-141 0,0 1 0,0-1 0,0 1 0,0-1 0,-1 1 0,1-1 0,0 1 0,-1-1 0,1 1 0,-1-1 0,0 1 0,1-1 0,-1 0 0,0 1 0,0-1 0,0 0 0,-1 2 0,1-3 0,0 1 0,0-1 0,1 0 0,-1 0 0,0 0 0,1 0 0,-1 0 0,0 0 0,0 0 0,1 0 0,-1 0 0,0 0 0,1-1 0,-1 1 0,0 0 0,1 0 0,-1-1 0,0 1 0,1 0 0,-1-1 0,1 1 0,-1-1 0,0 1 0,1-1 0,-1 0 0,-7-6 0,1-1 0,1 0 0,-11-17 0,16 24 0,-290-457 0,264 413 0,12 21 0,-26-35 0,31 48 0,5 7 0,1 0 0,0-1 0,0 1 0,0-1 0,-4-7 0,8 11 0,0 1 0,0-1 0,-1 0 0,1 1 0,0-1 0,0 0 0,0 1 0,-1-1 0,1 1 0,0-1 0,0 0 0,0 1 0,0-1 0,0 0 0,1 1 0,-1-1 0,0 0 0,0 1 0,0-1 0,0 0 0,1 1 0,-1-1 0,1 0 0,0 0 0,0 0 0,0 0 0,0 0 0,0 1 0,0-1 0,0 1 0,0-1 0,1 0 0,-1 1 0,0 0 0,0-1 0,0 1 0,1 0 0,-1 0 0,2-1 0,12 1 0,1 0 0,-1 1 0,0 0 0,30 7 0,1 0 0,-34-6 0,3-2 0,-28-13 0,-510-355 0,500 349 0,16 11 0,15 9 0,1 5 0,1-1 0,-1 2 0,0-1 0,0 2 0,-1-1 0,0 1 0,8 10 0,6 5 0,26 24 0,199 211 0,-230-236 0,-14-17 0,0-1 0,1 1 0,-1-1 0,1 0 0,0 0 0,0 0 0,0 0 0,7 4 0,-10-8 0,-1 0 0,0 0 0,0 0 0,0 0 0,1 0 0,-1 0 0,0 1 0,0-1 0,1 0 0,-1 0 0,0 0 0,0 0 0,1 0 0,-1 0 0,0 0 0,0 0 0,1 0 0,-1 0 0,0 0 0,0 0 0,1 0 0,-1 0 0,0-1 0,0 1 0,1 0 0,-1 0 0,0 0 0,0 0 0,1 0 0,-1 0 0,0-1 0,0 1 0,0 0 0,0 0 0,1 0 0,-1 0 0,0-1 0,0 1 0,0 0 0,0 0 0,0-1 0,1 1 0,-1 0 0,0 0 0,0-1 0,0 1 0,0 0 0,0 0 0,0-1 0,0 1 0,0 0 0,0 0 0,0-1 0,0 1 0,0 0 0,0-1 0,-3-18 0,-7-8 0,0 0 0,-2 0 0,-2 1 0,-28-43 0,8 13 0,-33-53 0,-44-83 0,110 190 0,1 0 0,-1 1 0,0-1 0,0 0 0,0 1 0,0-1 0,0 0 0,0 1 0,0-1 0,0 1 0,0 0 0,-1-1 0,1 1 0,-1 0 0,1 0 0,-1 0 0,1 0 0,-1 0 0,0 0 0,0 0 0,1 0 0,-1 1 0,0-1 0,0 1 0,0-1 0,0 1 0,1 0 0,-1 0 0,0 0 0,-4 0 0,4 1 0,0 0 0,0 0 0,0 0 0,-1 1 0,1-1 0,1 1 0,-1-1 0,0 1 0,0 0 0,1-1 0,-1 1 0,1 0 0,-1 0 0,1 0 0,0 0 0,0 1 0,0-1 0,0 0 0,0 0 0,0 1 0,0-1 0,1 0 0,-1 5 0,-4 17 0,5-39 0,1-24 0,2-1385-849,-3 1404 890,0 19 7,0-1 0,0 0-1,0 0 1,0 0 0,0 0 0,0 1 0,-1-1-1,1 0 1,-1 0 0,1 0 0,-1 1-1,0-1 1,0 0 0,1 1 0,-1-1 0,-3-2-1,4 3-47,0 1 0,-1 0 0,1 0-1,0 0 1,-1 0 0,1 0 0,0 0-1,-1 0 1,1 0 0,0 0 0,-1 0 0,1 0-1,-1 0 1,1 0 0,0 0 0,-1 0-1,1 0 1,0 0 0,-1 1 0,1-1-1,0 0 1,-1 0 0,1 0 0,0 1 0,0-1-1,-1 0 1,1 0 0,0 1 0,0-1-1,-1 1 1,-13 22 3,-10 44-3,-21 85 0,19-57 0,-5 13 0,-104 324 0,118-389 0,10-31 0,3-14 0,3-32 0,13-254 0,0 29-377,31-838-958,-30-12 566,-14 1091 769,-2 15 0,-9 31 0,8-15 0,-414 1046-587,-50-14-270,426-952 813,-79 163-108,110-232 185,9-17 11,-1-1-1,0 1 1,0-1-1,-1 0 0,1 0 1,-1 0-1,-1-1 1,1 1-1,-11 8 0,28-43 2516,75-105-1468,-75 116-1087,467-633-1454,112-163 612,-523 706 838,-59 97 3,-6 15-5,-11 33 341,-85 301 1364,-10 18-2293,-493 1606-3464,587-1938 3985,-77 219-83,57-181 152,42-97 1207,24-44 0,-2 7-136,317-751-766,-274 634-275,93-267-185,-139 346 104,-4 0-1,17-141 1,-43 231 188,-1 13-18,-1 0-1,0 0 1,0 0 0,0 0-1,-1 0 1,0 0 0,-1 0-1,0 0 1,-1-8 0,2 15-115,-1 0 0,1 0 0,0 0 0,0 0 1,0 0-1,0 0 0,0 0 0,0 0 0,-1 0 0,1-1 1,0 1-1,0 0 0,0 0 0,0 0 0,-1 0 0,1 0 1,0 0-1,0 0 0,0 0 0,0 0 0,-1 0 0,1 0 0,0 0 1,0 0-1,0 0 0,0 1 0,-1-1 0,1 0 0,0 0 1,0 0-1,0 0 0,0 0 0,0 0 0,0 0 0,-1 0 0,1 0 1,0 1-1,0-1 0,0 0 0,0 0 0,0 0 0,0 0 1,0 0-1,0 1 0,0-1 0,-1 0 0,1 0 0,0 0 1,0 0-1,0 0 0,0 1 0,0-1 0,-21 32 14,2 0 1,-27 63-1,6-12-18,-45 63 0,72-118 0,14-28 0,-1 0 0,0 0 0,0-1 0,0 1 0,0 0 0,1 0 0,-1 0 0,0 0 0,0-1 0,0 1 0,1 0 0,-1 0 0,0 0 0,0 0 0,0 0 0,1 0 0,-1 0 0,0 0 0,0 0 0,1 0 0,-1 0 0,0 0 0,0 0 0,1 0 0,-1 0 0,0 0 0,0 0 0,1 0 0,-1 0 0,0 0 0,0 0 0,0 0 0,1 0 0,-1 1 0,0-1 0,0 0 0,1 0 0,-1 0 0,0 0 0,0 0 0,0 1 0,0-1 0,0 0 0,1 0 0,-1 0 0,0 1 0,0-1 0,0 0 0,0 0 0,0 1 0,0-1 0,0 0 0,0 0 0,0 0 0,1 1 0,-1-1 0,0 0 0,0 0 0,0 1 0,-1-1 0,1 0 0,0 0 0,0 1 0,0-1 0,21-17 0,44-59-9,-4-2 0,69-116-1,-63 91-155,339-486-843,-313 457 944,-14 28 64,-64 91-48,-24 37 289,-514 951 813,433-838-1036,79-125-18,8-13 0,9-26 0,271-787 0,-267 791 0,-10 23 0,0 0 0,0 0 0,0 0 0,0 0 0,0 0 0,0 1 0,0-1 0,0 0 0,0 0 0,0 0 0,0 0 0,0 0 0,0 0 0,0 0 0,0 0 0,0 0 0,0 0 0,0 0 0,0 0 0,0 0 0,0 0 0,0 0 0,0 1 0,0-1 0,1 0 0,-1 0 0,0 0 0,0 0 0,0 0 0,0 0 0,0 0 0,0 0 0,0 0 0,0 0 0,0 0 0,0 0 0,0 0 0,0 0 0,0 0 0,0 0 0,0 0 0,1 0 0,-1 0 0,0 0 0,0 0 0,0 0 0,0 0 0,0 0 0,0 0 0,0 0 0,0 0 0,0 0 0,0 0 0,0 0 0,0 0 0,0 0 0,0 0 0,1 0 0,-4 19 0,-39 180 0,32-157 0,-100 417-1173,-32 135 585,-30 173 526,169-752-180,-2 5 464,1-1 1,1 1-1,0 20 0,2-35-148,2 1-1,-1-1 1,1 1-1,-1-1 1,1 1-1,1-1 1,-1 0-1,1 0 1,0 0-1,0 1 1,1-2-1,-1 1 1,1 0-1,0 0 1,6 5-1,22 20-73,1-2 0,2-1 0,1-2 0,50 28 0,-10-6 0,139 106 0,-176-121 0,-32-26 0,0 0 0,1 0 0,0-1 0,-1 0 0,2 0 0,14 7 0,9-1 0,50 11 0,-11-4 0,7 7 0,-36-11 0,1-1 0,79 12 0,8 0 0,-89-15 0,1-2 0,43 2 0,-78-9 0,1-2 0,0 1 0,-1 1 0,1-1 0,0 1 0,-1 0 0,1 1 0,-1 0 0,1 0 0,-1 0 0,0 1 0,11 5 0,-17-7 0,1-1 0,-1 0 0,1 0 0,-1 0 0,0 1 0,1-1 0,-1 0 0,0 0 0,1 1 0,-1-1 0,0 0 0,0 1 0,1-1 0,-1 0 0,0 1 0,0-1 0,1 0 0,-1 1 0,0-1 0,0 1 0,0-1 0,0 0 0,0 1 0,0-1 0,0 1 0,1-1 0,-1 0 0,0 1 0,-1-1 0,1 1 0,0-1 0,0 1 0,0-1 0,0 0 0,0 1 0,0-1 0,0 1 0,-1-1 0,1 0 0,0 1 0,0-1 0,0 0 0,-1 1 0,1-1 0,0 0 0,-1 1 0,1-1 0,0 0 0,-1 0 0,1 1 0,-25 7 0,-3-5 0,0-1 0,0-2 0,-47-4 0,-90-20 0,89 12 0,-408-70 0,3-33 0,474 113 0,-4-1 0,-1 0 0,1-1 0,0-1 0,-11-6 0,21 11 0,0-1 0,0 0 0,-1 1 0,1-1 0,0 0 0,0 1 0,0-1 0,0 0 0,0 0 0,0 0 0,0 0 0,0 0 0,0 0 0,0 0 0,1 0 0,-1-1 0,0 1 0,1 0 0,-1 0 0,1-1 0,-1 1 0,1 0 0,0-1 0,0 1 0,-1 0 0,1-1 0,0 1 0,0 0 0,0-1 0,1 1 0,-1-1 0,0 1 0,0 0 0,1-1 0,-1 1 0,1 0 0,-1 0 0,1-1 0,-1 1 0,1 0 0,0 0 0,0 0 0,-1 0 0,3-2 0,2-3 0,1 1 0,0 0 0,0 0 0,0 1 0,0-1 0,1 1 0,-1 1 0,1-1 0,0 1 0,9-2 0,13-4 0,40-6 0,3-1 0,-24 3 0,93-32 0,-126 39 0,1-1 0,-1 0 0,-1-1 0,1-1 0,-1 0 0,18-17 0,-29 24 0,0-1 0,0 0 0,-1 0 0,1 0 0,-1-1 0,0 1 0,0-1 0,0 1 0,0-1 0,-1 0 0,1 1 0,-1-1 0,0 0 0,0 0 0,0 0 0,0-7 0,-2 4 0,1 0 0,-1 0 0,0 0 0,0 1 0,-1-1 0,0 0 0,0 0 0,-7-11 0,-4-6 0,-1 1 0,-2 0 0,-33-37 0,44 54 0,-46-47 0,-3 2 0,-110-80 0,74 61 0,85 66 0,-1 0 0,1-1 0,0 0 0,0 0 0,0 0 0,1 0 0,0-1 0,0 0 0,1 0 0,-1 0 0,1 0 0,0 0 0,1-1 0,0 0 0,0 1 0,0-1 0,1 0 0,-1 0 0,2 0 0,-1 1 0,1-1 0,0 0 0,1 0 0,-1 0 0,1 0 0,1 0 0,-1 0 0,6-11 0,5-15 0,2 0 0,2 1 0,1 0 0,1 1 0,2 2 0,1 0 0,35-39 0,194-171 0,-200 195 0,53-47 0,15-12 0,179-199 0,-295 299 0,0 1 0,0 0 0,0-1 0,0 0 0,-1 1 0,1-1 0,-1 0 0,1 0 0,-1 1 0,0-1 0,1-6 0,-2 8 0,0 0 0,0 1 0,0-1 0,-1 0 0,1 1 0,0-1 0,0 1 0,0-1 0,-1 0 0,1 1 0,0-1 0,0 1 0,-1-1 0,1 1 0,-1-1 0,1 1 0,0-1 0,-1 1 0,1-1 0,-1 1 0,1-1 0,-1 1 0,0-1 0,-1 0 0,-1 0 0,1 1 0,0-1 0,0 0 0,-1 1 0,1-1 0,-1 1 0,1 0 0,-5 0 0,-17 1 0,0 2 0,0 0 0,1 1 0,-43 14 0,-96 44 0,113-43 0,-357 159 0,-183 67 0,435-192 0,153-52 0,0-1 0,-1 1 0,1-1 0,0 1 0,-1-1 0,1 0 0,-1 1 0,1-1 0,0 0 0,-1 0 0,1 0 0,-1 0 0,1 0 0,0 0 0,-1-1 0,1 1 0,-1 0 0,1-1 0,0 1 0,0-1 0,-1 1 0,1-1 0,0 0 0,0 0 0,-1 1 0,1-1 0,-1-1 0,1-1 0,0 1 0,1-1 0,-1 1 0,0-1 0,1 1 0,0-1 0,-1 0 0,1 1 0,0-1 0,1 1 0,-1-1 0,0 0 0,1 1 0,-1-1 0,2-2 0,7-27 0,2 1 0,1 0 0,1 0 0,21-32 0,-23 41 0,844-1442-2242,-796 1368 2242,-58 94 37,0 1 0,0-1 0,0 0 0,-1 1 0,1-1 0,0 0 0,-1 1 0,1-1 0,-1 0 0,0 0 1,1 1-1,-1-1 0,0 0 0,0 0 0,0 0 0,0 1 0,-1-1 0,0-2 0,1 3-6,-1 0 1,1 0-1,-1 1 0,0-1 0,1 0 0,-1 1 1,0-1-1,0 1 0,0-1 0,0 1 0,1-1 0,-1 1 1,0 0-1,0-1 0,0 1 0,0 0 0,0 0 1,0 0-1,0 0 0,0 0 0,0 0 0,0 0 1,0 0-1,-1 0 0,-6 1 52,-1 1 0,1 0 1,0 1-1,0-1 0,0 1 0,0 1 0,-7 4 1,-43 29-63,2 3 0,1 2 0,-53 53 0,64-55-13,-431 417-481,280-264 350,168-167 123,19-19-12,7-8-1,11-17 137,25-28 148,72-74 0,57-37-359,-124 120 127,164-142-421,311-208 1,-504 380 380,27-18 0,-36 24 0,-1 0 0,1 0 0,-1 0 0,1 0 0,-1 1 0,1-1 0,0 0 0,-1 1 0,1-1 0,0 1 0,-1 0 0,1 0 0,0 0 0,-1 0 0,1 0 0,0 0 0,3 0 0,-2 10 0,-8 13 0,-95 212 0,69-167 0,-119 244-496,-733 1316-2897,733-1381 3211,138-229 182,5-7 0,-1 1 0,0-2 0,-16 18 0,24-28 27,0 0 0,0 0 0,0 0 0,0 1 0,0-1 0,0 0 0,0 0 0,0 0 0,0 0 0,0 1-1,0-1 1,-1 0 0,1 0 0,0 0 0,0 0 0,0 1 0,0-1 0,0 0 0,-1 0 0,1 0 0,0 0 0,0 0 0,0 0 0,0 0 0,-1 0 0,1 1 0,0-1 0,0 0 0,0 0 0,-1 0 0,1 0 0,0 0-1,0 0 1,0 0 0,-1 0 0,1 0 0,0 0 0,0 0 0,0 0 0,-1 0 0,1-1 0,0 1 0,0 0 0,0 0 0,0 0 0,-1 0 0,1 0 0,0 0 0,0 0 0,0-1 0,3-12 1359,13-20-430,46-65-426,107-130 1,-80 113-477,186-271-54,-178 247 0,-87 127 0,-10 12 0,0 0 0,0 0 0,1 0 0,-1 0 0,0 0 0,0 0 0,0 0 0,0 0 0,0-1 0,0 1 0,0 0 0,1 0 0,-1 0 0,0 0 0,0 0 0,0 0 0,0 0 0,0 0 0,0 0 0,1 1 0,-1-1 0,0 0 0,0 0 0,0 0 0,0 0 0,0 0 0,0 0 0,0 0 0,1 0 0,-1 0 0,0 0 0,0 0 0,0 0 0,0 0 0,0 1 0,0-1 0,0 0 0,0 0 0,0 0 0,0 0 0,0 0 0,0 0 0,1 0 0,-1 0 0,0 1 0,0-1 0,0 0 0,0 0 0,0 0 0,0 0 0,-4 32 0,-25 80 0,-74 188 0,-75 100 0,177-398 0,0 0 0,0 0 0,0 1 0,0-1 0,0 0 0,1 0 0,-1 1 0,1-1 0,-1 0 0,1 5 0,0-7 0,0 0 0,0 0 0,0 0 0,0 1 0,0-1 0,1 0 0,-1 0 0,0 0 0,0 0 0,0 1 0,0-1 0,0 0 0,1 0 0,-1 0 0,0 0 0,0 0 0,0 0 0,0 0 0,1 0 0,-1 0 0,0 1 0,0-1 0,0 0 0,1 0 0,-1 0 0,0 0 0,0 0 0,0 0 0,1 0 0,-1 0 0,0 0 0,0 0 0,0-1 0,1 1 0,-1 0 0,0 0 0,0 0 0,0 0 0,1 0 0,16-11 0,30-32 0,-2-3 0,-1-1 0,45-66 0,-23 30 0,428-481 0,-489 560 0,12-16 0,1 1 0,1 2 0,26-21 0,-43 37 0,-1 0 0,1 0 0,-1 0 0,1 0 0,0 0 0,-1 0 0,1 1 0,0-1 0,0 1 0,0-1 0,-1 1 0,1-1 0,0 1 0,3 0 0,-4 0 0,0 1 0,-1 0 0,1-1 0,0 1 0,0 0 0,-1-1 0,1 1 0,0 0 0,-1 0 0,1 0 0,-1 0 0,1 0 0,-1 0 0,1-1 0,-1 1 0,0 0 0,1 0 0,-1 0 0,0 0 0,0 0 0,0 1 0,0-1 0,0 0 0,0 0 0,0 0 0,0 0 0,0 0 0,0 0 0,0 0 0,-1 1 0,-5 31 0,-1-1 0,-1-1 0,-1 1 0,-16 32 0,22-57 0,-187 455-349,-9 20 102,189-458 280,-1 0 0,-14 23 1,25-46-15,0 0 1,-1 0 0,1 0 0,0 0 0,0-1-1,0 1 1,0 0 0,0 0 0,0 0 0,0 0 0,0 0-1,0-1 1,0 1 0,1 0 0,-1 0 0,0 0-1,1 0 1,-1-1 0,0 1 0,1 0 0,-1 0-1,1-1 1,-1 1 0,1 0 0,-1-1 0,2 1 0,21 21-83,-9-9 87,0 5-24,0 1 0,-2 0 0,0 1 0,-1 0 0,14 40 0,-13-25 0,-1 0 0,12 70 0,-19-42 0,-4-48 0,1-1 0,1 1 0,4 19 0,-5-28 0,1-1 0,0 0 0,0 0 0,1 1 0,-1-1 0,1-1 0,0 1 0,1 0 0,-1-1 0,1 1 0,0-1 0,6 5 0,2 0 0,-1-1 0,1 0 0,1-1 0,0 0 0,21 8 0,72 17 0,-44-14 0,364 144 0,-382-144 0,52 12 0,-94-30 0,-1 1 0,1-1 0,0 1 0,0-1 0,0 1 0,-1 0 0,1-1 0,0 1 0,-1 0 0,1 0 0,-1 1 0,1-1 0,-1 0 0,1 0 0,-1 1 0,0-1 0,0 1 0,2 1 0,-3-1 0,0-1 0,1 0 0,-1 0 0,0 0 0,0 1 0,0-1 0,0 0 0,0 0 0,0 0 0,-1 1 0,1-1 0,0 0 0,-1 0 0,1 0 0,0 0 0,-1 0 0,0 0 0,1 0 0,-1 1 0,1-2 0,-2 3 0,-3 2 0,1 0 0,-1 0 0,-1-1 0,1 1 0,0-1 0,-1-1 0,0 1 0,-10 4 0,-8 1 0,0 0 0,0-2 0,-1-1 0,0-1 0,-30 2 0,-132 1 0,143-8 0,-389-3 0,1709 3 0,-1269 0 0,-4 0 0,1 0 0,-1-1 0,1 1 0,-1 1 0,0-1 0,1 0 0,-1 1 0,1 0 0,-1 0 0,0 0 0,1 0 0,-1 0 0,6 4 0,-9-5 0,0 1 0,0-1 0,0 1 0,0-1 0,0 1 0,-1-1 0,1 1 0,0-1 0,0 1 0,0-1 0,0 1 0,-1-1 0,1 0 0,0 1 0,0-1 0,-1 0 0,1 1 0,0-1 0,-1 1 0,1-1 0,0 0 0,-1 0 0,1 1 0,-1-1 0,1 0 0,0 0 0,-1 1 0,1-1 0,-1 0 0,1 0 0,-1 0 0,1 0 0,-1 0 0,1 0 0,-1 0 0,1 0 0,-1 0 0,-22 8 0,-17 0 0,1-1 0,-60 2 0,-85-7 0,101-2 0,-366-2 0,957-33 0,-257 10 0,-201 21 0,456-16 0,-536 16 0,1-2 0,0-1 0,-44-16 0,54 16 0,-765-316-1576,38-66 1260,526 255 151,-257-206 0,447 317 134,1-2-1,1-1 1,-29-35-1,48 50 161,1 0 0,0-1-1,1 0 1,1 0 0,0-1 0,0 0-1,1 0 1,1 0 0,0-1 0,1 1 0,0-1-1,0-15 1,0-28-2,3 0 0,2 0 0,3 0-1,24-111 1,-10 96-102,4 1 0,2 0 0,47-88-1,-15 54-35,6 2-1,3 4 0,5 2 0,138-144 0,-21 64 12,-113 109 0,-49 43 0,19-16 0,-39 40 0,-12 11 0,-16 21 0,18-26 0,-544 680 0,486-616 0,-48 60 0,100-112-1365,3-2-5461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C7035-27DC-4342-891A-7EC9DC98FCB4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94730-C9E5-47C7-9F12-BBFE90BCC2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282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94730-C9E5-47C7-9F12-BBFE90BCC23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650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4B4C-D8E0-46B4-BDB4-527C7AC31A49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6B0E-EDD4-4C99-B53D-A9B076A4B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07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4B4C-D8E0-46B4-BDB4-527C7AC31A49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6B0E-EDD4-4C99-B53D-A9B076A4B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98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4B4C-D8E0-46B4-BDB4-527C7AC31A49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6B0E-EDD4-4C99-B53D-A9B076A4B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61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4B4C-D8E0-46B4-BDB4-527C7AC31A49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6B0E-EDD4-4C99-B53D-A9B076A4B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39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4B4C-D8E0-46B4-BDB4-527C7AC31A49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6B0E-EDD4-4C99-B53D-A9B076A4B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928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4B4C-D8E0-46B4-BDB4-527C7AC31A49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6B0E-EDD4-4C99-B53D-A9B076A4B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744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4B4C-D8E0-46B4-BDB4-527C7AC31A49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6B0E-EDD4-4C99-B53D-A9B076A4B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100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4B4C-D8E0-46B4-BDB4-527C7AC31A49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6B0E-EDD4-4C99-B53D-A9B076A4B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5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4B4C-D8E0-46B4-BDB4-527C7AC31A49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6B0E-EDD4-4C99-B53D-A9B076A4B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81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4B4C-D8E0-46B4-BDB4-527C7AC31A49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6B0E-EDD4-4C99-B53D-A9B076A4B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416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4B4C-D8E0-46B4-BDB4-527C7AC31A49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6B0E-EDD4-4C99-B53D-A9B076A4B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23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04B4C-D8E0-46B4-BDB4-527C7AC31A49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66B0E-EDD4-4C99-B53D-A9B076A4B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9555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17" Type="http://schemas.openxmlformats.org/officeDocument/2006/relationships/customXml" Target="../ink/ink8.xml"/><Relationship Id="rId2" Type="http://schemas.openxmlformats.org/officeDocument/2006/relationships/image" Target="../media/image4.jp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4E41-54CC-5C22-0742-989BA35B5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63677"/>
            <a:ext cx="9144000" cy="929149"/>
          </a:xfrm>
        </p:spPr>
        <p:txBody>
          <a:bodyPr/>
          <a:lstStyle/>
          <a:p>
            <a:r>
              <a:rPr lang="en-US" b="1" dirty="0"/>
              <a:t>Shield Insurance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7B5B4-82D6-E94F-596D-7216ED815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765756"/>
            <a:ext cx="4444181" cy="50834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Codebasics Internship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20147-12BB-30C4-E940-7613C19EDE21}"/>
              </a:ext>
            </a:extLst>
          </p:cNvPr>
          <p:cNvSpPr txBox="1"/>
          <p:nvPr/>
        </p:nvSpPr>
        <p:spPr>
          <a:xfrm>
            <a:off x="599767" y="2716977"/>
            <a:ext cx="31622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Data Analyst Intern at AtliQ Technologies  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F8BF78-F3DF-0D54-CC1F-40162086C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7" y="145026"/>
            <a:ext cx="1268362" cy="1123335"/>
          </a:xfrm>
          <a:prstGeom prst="rect">
            <a:avLst/>
          </a:prstGeom>
        </p:spPr>
      </p:pic>
      <p:pic>
        <p:nvPicPr>
          <p:cNvPr id="1026" name="Picture 2" descr="codebasics · GitHub">
            <a:extLst>
              <a:ext uri="{FF2B5EF4-FFF2-40B4-BE49-F238E27FC236}">
                <a16:creationId xmlns:a16="http://schemas.microsoft.com/office/drawing/2014/main" id="{D835C49C-5261-36E7-B80D-F1E5A2B1A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947" y="4274102"/>
            <a:ext cx="1019485" cy="92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AF3CA5-1299-ACA1-3889-9DB8A67A4BDB}"/>
              </a:ext>
            </a:extLst>
          </p:cNvPr>
          <p:cNvSpPr txBox="1"/>
          <p:nvPr/>
        </p:nvSpPr>
        <p:spPr>
          <a:xfrm>
            <a:off x="8576188" y="5453473"/>
            <a:ext cx="28390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Presented by </a:t>
            </a:r>
          </a:p>
          <a:p>
            <a:r>
              <a:rPr lang="en-US" sz="2400" dirty="0"/>
              <a:t>Manda. Soma sekhar</a:t>
            </a:r>
            <a:endParaRPr lang="en-IN" sz="2400" dirty="0"/>
          </a:p>
        </p:txBody>
      </p:sp>
      <p:pic>
        <p:nvPicPr>
          <p:cNvPr id="7" name="Picture 2" descr="GitHub - Siddarameshwaruh/PowerBI_Project-Insurance_Dashboard: The ...">
            <a:extLst>
              <a:ext uri="{FF2B5EF4-FFF2-40B4-BE49-F238E27FC236}">
                <a16:creationId xmlns:a16="http://schemas.microsoft.com/office/drawing/2014/main" id="{9F862B66-28A6-271B-EA5C-E31AD0342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207" y="546264"/>
            <a:ext cx="1465005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363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B7BEF-25CB-7A5F-365D-AEC2F9454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Topics</a:t>
            </a:r>
            <a:endParaRPr lang="en-IN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825E4-75D9-C192-CD04-2C9A817C9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IN" dirty="0"/>
              <a:t>Company Overview</a:t>
            </a:r>
            <a:endParaRPr lang="en-US" dirty="0"/>
          </a:p>
          <a:p>
            <a:r>
              <a:rPr lang="en-US" dirty="0"/>
              <a:t>Objective</a:t>
            </a:r>
          </a:p>
          <a:p>
            <a:r>
              <a:rPr lang="en-US" dirty="0"/>
              <a:t>Dataset Overview</a:t>
            </a:r>
          </a:p>
          <a:p>
            <a:r>
              <a:rPr lang="en-US" dirty="0"/>
              <a:t>Dashboard</a:t>
            </a:r>
          </a:p>
          <a:p>
            <a:r>
              <a:rPr lang="en-US" dirty="0"/>
              <a:t>Recommendations</a:t>
            </a:r>
          </a:p>
          <a:p>
            <a:r>
              <a:rPr lang="en-IN" dirty="0"/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7193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14FDC-1613-1FFB-41AB-5C054FAD1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110" y="390781"/>
            <a:ext cx="9318521" cy="1325563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              </a:t>
            </a:r>
            <a:r>
              <a:rPr lang="en-US" sz="4000" b="1" dirty="0"/>
              <a:t>SHIELD INSURANCE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108D1-EB81-5705-FBB4-C9A8CC78D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664"/>
            <a:ext cx="10350910" cy="4178709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Independent, multi-channel insurance agency serving diverse customer needs.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Ohio &amp; West Virginia: Medicare Advantage, Supplement &amp; Part D plans for retirees.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Tampa Bay &amp; Michigan: Homeowners, auto, flood, watercraft, commercial &amp; liability coverage</a:t>
            </a:r>
            <a:r>
              <a:rPr lang="en-US" sz="1800" dirty="0"/>
              <a:t>.</a:t>
            </a:r>
          </a:p>
          <a:p>
            <a:endParaRPr lang="en-IN" dirty="0"/>
          </a:p>
        </p:txBody>
      </p:sp>
      <p:pic>
        <p:nvPicPr>
          <p:cNvPr id="2050" name="Picture 2" descr="GitHub - Siddarameshwaruh/PowerBI_Project-Insurance_Dashboard: The ...">
            <a:extLst>
              <a:ext uri="{FF2B5EF4-FFF2-40B4-BE49-F238E27FC236}">
                <a16:creationId xmlns:a16="http://schemas.microsoft.com/office/drawing/2014/main" id="{FE758127-05EE-712A-9355-093FD4789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110" y="471949"/>
            <a:ext cx="1465005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30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AF7F8-3A54-D530-9D13-4ACC182E8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297"/>
            <a:ext cx="10515600" cy="2231922"/>
          </a:xfrm>
        </p:spPr>
        <p:txBody>
          <a:bodyPr/>
          <a:lstStyle/>
          <a:p>
            <a:pPr algn="ctr"/>
            <a:r>
              <a:rPr lang="en-US" sz="4000" b="1" dirty="0"/>
              <a:t>Project Objective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B587A-9D15-A48E-335F-E70753A5D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6115"/>
            <a:ext cx="10515600" cy="419084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To create an interactive Power BI dashboard for Shield Insurance that :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600" dirty="0"/>
              <a:t>Tracks revenue and customer trends over time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Analyzes sales by channel, policy type, and location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Segments customers by age group and city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Examines settlement patterns across customer profiles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This dashboard will help Shield Insurance boost sales performance, target customers more effectively, and make smarter, data-driven decisions.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103940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D1A789-858C-C504-342A-3DCF195C6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547811"/>
              </p:ext>
            </p:extLst>
          </p:nvPr>
        </p:nvGraphicFramePr>
        <p:xfrm>
          <a:off x="1007803" y="1612489"/>
          <a:ext cx="1730478" cy="4175719"/>
        </p:xfrm>
        <a:graphic>
          <a:graphicData uri="http://schemas.openxmlformats.org/drawingml/2006/table">
            <a:tbl>
              <a:tblPr/>
              <a:tblGrid>
                <a:gridCol w="1730478">
                  <a:extLst>
                    <a:ext uri="{9D8B030D-6E8A-4147-A177-3AD203B41FA5}">
                      <a16:colId xmlns:a16="http://schemas.microsoft.com/office/drawing/2014/main" val="1692915979"/>
                    </a:ext>
                  </a:extLst>
                </a:gridCol>
              </a:tblGrid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Policy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509277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POL4321HEL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638600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POL4331HEL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779511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POL3309HEL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316828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POL5319HEL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954453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POL6303HEL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222632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POL6093HEL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830031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POL9221HEL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909177"/>
                  </a:ext>
                </a:extLst>
              </a:tr>
              <a:tr h="397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POL1048HEL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832865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POL2005HEL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68968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A001B00-47C3-B506-4B19-18FC1550E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179822"/>
              </p:ext>
            </p:extLst>
          </p:nvPr>
        </p:nvGraphicFramePr>
        <p:xfrm>
          <a:off x="2959507" y="1632155"/>
          <a:ext cx="3077498" cy="4197940"/>
        </p:xfrm>
        <a:graphic>
          <a:graphicData uri="http://schemas.openxmlformats.org/drawingml/2006/table">
            <a:tbl>
              <a:tblPr/>
              <a:tblGrid>
                <a:gridCol w="3077498">
                  <a:extLst>
                    <a:ext uri="{9D8B030D-6E8A-4147-A177-3AD203B41FA5}">
                      <a16:colId xmlns:a16="http://schemas.microsoft.com/office/drawing/2014/main" val="482097769"/>
                    </a:ext>
                  </a:extLst>
                </a:gridCol>
              </a:tblGrid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/>
                        <a:t>Base coverage amt(INR)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39886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134543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511449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373077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56044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424113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239073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667374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317407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1963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9EC93C-5BD1-A3EA-7D1F-319DB3E18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026512"/>
              </p:ext>
            </p:extLst>
          </p:nvPr>
        </p:nvGraphicFramePr>
        <p:xfrm>
          <a:off x="5712542" y="1632152"/>
          <a:ext cx="2526889" cy="4197940"/>
        </p:xfrm>
        <a:graphic>
          <a:graphicData uri="http://schemas.openxmlformats.org/drawingml/2006/table">
            <a:tbl>
              <a:tblPr/>
              <a:tblGrid>
                <a:gridCol w="2526889">
                  <a:extLst>
                    <a:ext uri="{9D8B030D-6E8A-4147-A177-3AD203B41FA5}">
                      <a16:colId xmlns:a16="http://schemas.microsoft.com/office/drawing/2014/main" val="4259174453"/>
                    </a:ext>
                  </a:extLst>
                </a:gridCol>
              </a:tblGrid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Base premiumamt(INR)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894534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783741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568030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82976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16700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251837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21500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218624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31700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554636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42500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563059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76500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021753"/>
                  </a:ext>
                </a:extLst>
              </a:tr>
              <a:tr h="419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05643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6BA2CE6-8A6B-217F-9356-0401CEA5836A}"/>
              </a:ext>
            </a:extLst>
          </p:cNvPr>
          <p:cNvSpPr txBox="1"/>
          <p:nvPr/>
        </p:nvSpPr>
        <p:spPr>
          <a:xfrm>
            <a:off x="2096728" y="856768"/>
            <a:ext cx="7231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Sheild Insurance Provides a Total of 9 Policies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'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Picture 2" descr="GitHub - Siddarameshwaruh/PowerBI_Project-Insurance_Dashboard: The ...">
            <a:extLst>
              <a:ext uri="{FF2B5EF4-FFF2-40B4-BE49-F238E27FC236}">
                <a16:creationId xmlns:a16="http://schemas.microsoft.com/office/drawing/2014/main" id="{0D716003-8A94-0A35-5DE4-8D615BFB5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803" y="538077"/>
            <a:ext cx="1088925" cy="98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1254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4940-7281-BB09-659F-C23A0161D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8768" y="387323"/>
            <a:ext cx="3709219" cy="862234"/>
          </a:xfrm>
        </p:spPr>
        <p:txBody>
          <a:bodyPr>
            <a:normAutofit fontScale="90000"/>
          </a:bodyPr>
          <a:lstStyle/>
          <a:p>
            <a:pPr marL="857250" indent="-8572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Cities</a:t>
            </a:r>
            <a:endParaRPr lang="en-IN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E9610530-4D34-2DEF-5F0D-4AA5E883A4D2}"/>
              </a:ext>
            </a:extLst>
          </p:cNvPr>
          <p:cNvSpPr/>
          <p:nvPr/>
        </p:nvSpPr>
        <p:spPr>
          <a:xfrm>
            <a:off x="2391691" y="3568427"/>
            <a:ext cx="2399073" cy="415492"/>
          </a:xfrm>
          <a:prstGeom prst="flowChartTerminator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Mumbai</a:t>
            </a:r>
            <a:endParaRPr lang="en-IN" sz="3600" dirty="0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EFD3615C-3956-E988-73DC-DA16E58276BE}"/>
              </a:ext>
            </a:extLst>
          </p:cNvPr>
          <p:cNvSpPr/>
          <p:nvPr/>
        </p:nvSpPr>
        <p:spPr>
          <a:xfrm>
            <a:off x="2391690" y="5238057"/>
            <a:ext cx="2499848" cy="415492"/>
          </a:xfrm>
          <a:prstGeom prst="flowChartTerminator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Hyderabad</a:t>
            </a:r>
            <a:endParaRPr lang="en-IN" sz="3600" dirty="0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C2A6EDB0-034B-845B-BB25-C7DD48246FC2}"/>
              </a:ext>
            </a:extLst>
          </p:cNvPr>
          <p:cNvSpPr/>
          <p:nvPr/>
        </p:nvSpPr>
        <p:spPr>
          <a:xfrm>
            <a:off x="2391691" y="2729380"/>
            <a:ext cx="2399073" cy="430159"/>
          </a:xfrm>
          <a:prstGeom prst="flowChartTerminator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Indore</a:t>
            </a:r>
            <a:endParaRPr lang="en-IN" sz="3600" dirty="0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1B89C0CE-B8ED-5B03-3782-2AF113FD6F82}"/>
              </a:ext>
            </a:extLst>
          </p:cNvPr>
          <p:cNvSpPr/>
          <p:nvPr/>
        </p:nvSpPr>
        <p:spPr>
          <a:xfrm>
            <a:off x="2391692" y="1890335"/>
            <a:ext cx="2399073" cy="430158"/>
          </a:xfrm>
          <a:prstGeom prst="flowChartTerminator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Delhi NCR</a:t>
            </a:r>
            <a:endParaRPr lang="en-IN" sz="3600" dirty="0"/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2CAF2D32-3E30-D4CF-9346-8A88909903B1}"/>
              </a:ext>
            </a:extLst>
          </p:cNvPr>
          <p:cNvSpPr/>
          <p:nvPr/>
        </p:nvSpPr>
        <p:spPr>
          <a:xfrm>
            <a:off x="2391691" y="4403242"/>
            <a:ext cx="2399074" cy="415492"/>
          </a:xfrm>
          <a:prstGeom prst="flowChartTerminator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Chennai</a:t>
            </a:r>
            <a:endParaRPr lang="en-IN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912049-3602-3EF0-77EF-096B4F4E1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737" y="1111973"/>
            <a:ext cx="5970641" cy="553435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1D302C4-E279-1466-FE86-78FA8364F2D0}"/>
              </a:ext>
            </a:extLst>
          </p:cNvPr>
          <p:cNvGrpSpPr/>
          <p:nvPr/>
        </p:nvGrpSpPr>
        <p:grpSpPr>
          <a:xfrm>
            <a:off x="9632497" y="2950068"/>
            <a:ext cx="1268280" cy="3764160"/>
            <a:chOff x="9632497" y="2950068"/>
            <a:chExt cx="1268280" cy="37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84EB146-7E10-9103-D23E-5FF1FA7A4FB5}"/>
                    </a:ext>
                  </a:extLst>
                </p14:cNvPr>
                <p14:cNvContentPartPr/>
                <p14:nvPr/>
              </p14:nvContentPartPr>
              <p14:xfrm>
                <a:off x="10027417" y="3954468"/>
                <a:ext cx="641160" cy="2275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84EB146-7E10-9103-D23E-5FF1FA7A4FB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021297" y="3948348"/>
                  <a:ext cx="653400" cy="22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AAA5C76-DB6B-FD5A-0A3E-69460684A180}"/>
                    </a:ext>
                  </a:extLst>
                </p14:cNvPr>
                <p14:cNvContentPartPr/>
                <p14:nvPr/>
              </p14:nvContentPartPr>
              <p14:xfrm>
                <a:off x="10122817" y="4414188"/>
                <a:ext cx="224640" cy="1964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AAA5C76-DB6B-FD5A-0A3E-69460684A18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16697" y="4408068"/>
                  <a:ext cx="236880" cy="19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C904BAF-122D-BB0B-3C6E-B56D34E781FD}"/>
                    </a:ext>
                  </a:extLst>
                </p14:cNvPr>
                <p14:cNvContentPartPr/>
                <p14:nvPr/>
              </p14:nvContentPartPr>
              <p14:xfrm>
                <a:off x="10322617" y="5195388"/>
                <a:ext cx="198000" cy="1012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C904BAF-122D-BB0B-3C6E-B56D34E781F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16497" y="5189268"/>
                  <a:ext cx="210240" cy="10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B9379A8-71A1-0498-0677-2B37290DE758}"/>
                    </a:ext>
                  </a:extLst>
                </p14:cNvPr>
                <p14:cNvContentPartPr/>
                <p14:nvPr/>
              </p14:nvContentPartPr>
              <p14:xfrm>
                <a:off x="10353217" y="5800908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B9379A8-71A1-0498-0677-2B37290DE75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347097" y="57947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917EEBF-61A5-D0CA-68A0-A8060B6CD972}"/>
                    </a:ext>
                  </a:extLst>
                </p14:cNvPr>
                <p14:cNvContentPartPr/>
                <p14:nvPr/>
              </p14:nvContentPartPr>
              <p14:xfrm>
                <a:off x="9632497" y="2950068"/>
                <a:ext cx="1268280" cy="3764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917EEBF-61A5-D0CA-68A0-A8060B6CD97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26377" y="2943948"/>
                  <a:ext cx="1280520" cy="3776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76C1CE2-B24C-BF5F-FC55-7B7CDC970FDB}"/>
              </a:ext>
            </a:extLst>
          </p:cNvPr>
          <p:cNvSpPr/>
          <p:nvPr/>
        </p:nvSpPr>
        <p:spPr>
          <a:xfrm>
            <a:off x="7806813" y="4607444"/>
            <a:ext cx="186813" cy="224704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1CD21F2-AE6E-E267-33A5-333E9A2DC646}"/>
                  </a:ext>
                </a:extLst>
              </p14:cNvPr>
              <p14:cNvContentPartPr/>
              <p14:nvPr/>
            </p14:nvContentPartPr>
            <p14:xfrm>
              <a:off x="9458257" y="4594030"/>
              <a:ext cx="2192760" cy="2156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1CD21F2-AE6E-E267-33A5-333E9A2DC64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52137" y="4587910"/>
                <a:ext cx="2205000" cy="21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A948C8F-8BBA-A17A-F030-67DD28788C53}"/>
                  </a:ext>
                </a:extLst>
              </p14:cNvPr>
              <p14:cNvContentPartPr/>
              <p14:nvPr/>
            </p14:nvContentPartPr>
            <p14:xfrm>
              <a:off x="11326297" y="6616668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A948C8F-8BBA-A17A-F030-67DD28788C5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320177" y="661054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E21FD89-EFA1-4709-C06D-A90F56B2551B}"/>
              </a:ext>
            </a:extLst>
          </p:cNvPr>
          <p:cNvSpPr/>
          <p:nvPr/>
        </p:nvSpPr>
        <p:spPr>
          <a:xfrm>
            <a:off x="7806813" y="3687095"/>
            <a:ext cx="186813" cy="224705"/>
          </a:xfrm>
          <a:prstGeom prst="triangl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B7336AB-BD9F-A3CC-DB11-85A2DB90C06B}"/>
                  </a:ext>
                </a:extLst>
              </p14:cNvPr>
              <p14:cNvContentPartPr/>
              <p14:nvPr/>
            </p14:nvContentPartPr>
            <p14:xfrm>
              <a:off x="10607737" y="4665828"/>
              <a:ext cx="1443600" cy="2101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B7336AB-BD9F-A3CC-DB11-85A2DB90C06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601617" y="4659708"/>
                <a:ext cx="1455840" cy="211356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13ED358-6CFB-B8D1-C449-230E067EC449}"/>
              </a:ext>
            </a:extLst>
          </p:cNvPr>
          <p:cNvSpPr/>
          <p:nvPr/>
        </p:nvSpPr>
        <p:spPr>
          <a:xfrm>
            <a:off x="7030065" y="4326194"/>
            <a:ext cx="186813" cy="281250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6A6B4175-4469-1E19-487D-6A48C9D2630D}"/>
              </a:ext>
            </a:extLst>
          </p:cNvPr>
          <p:cNvSpPr/>
          <p:nvPr/>
        </p:nvSpPr>
        <p:spPr>
          <a:xfrm>
            <a:off x="7561006" y="2045110"/>
            <a:ext cx="176981" cy="195614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096B5FE6-6745-B87E-8B49-5A4D820CA51F}"/>
              </a:ext>
            </a:extLst>
          </p:cNvPr>
          <p:cNvSpPr/>
          <p:nvPr/>
        </p:nvSpPr>
        <p:spPr>
          <a:xfrm>
            <a:off x="7669162" y="5821617"/>
            <a:ext cx="186814" cy="224703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07F8647-7B9A-B286-5884-620930B45899}"/>
              </a:ext>
            </a:extLst>
          </p:cNvPr>
          <p:cNvSpPr/>
          <p:nvPr/>
        </p:nvSpPr>
        <p:spPr>
          <a:xfrm>
            <a:off x="1884714" y="3678366"/>
            <a:ext cx="176981" cy="195614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EF253F1-CA8C-09CD-0B8F-AEE178EC0DE6}"/>
              </a:ext>
            </a:extLst>
          </p:cNvPr>
          <p:cNvSpPr/>
          <p:nvPr/>
        </p:nvSpPr>
        <p:spPr>
          <a:xfrm>
            <a:off x="1883757" y="5333451"/>
            <a:ext cx="186813" cy="224704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00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BA2809C3-B260-E63D-0915-79A3AE5D7764}"/>
              </a:ext>
            </a:extLst>
          </p:cNvPr>
          <p:cNvSpPr/>
          <p:nvPr/>
        </p:nvSpPr>
        <p:spPr>
          <a:xfrm>
            <a:off x="1893589" y="2007607"/>
            <a:ext cx="176981" cy="195614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A22B754-2AEC-565E-50B7-531E73709BFB}"/>
              </a:ext>
            </a:extLst>
          </p:cNvPr>
          <p:cNvSpPr/>
          <p:nvPr/>
        </p:nvSpPr>
        <p:spPr>
          <a:xfrm>
            <a:off x="1893589" y="2836278"/>
            <a:ext cx="186813" cy="224705"/>
          </a:xfrm>
          <a:prstGeom prst="triangl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B17364E-AD0E-A22C-F811-1A67E2D48283}"/>
              </a:ext>
            </a:extLst>
          </p:cNvPr>
          <p:cNvSpPr/>
          <p:nvPr/>
        </p:nvSpPr>
        <p:spPr>
          <a:xfrm>
            <a:off x="1893588" y="4495093"/>
            <a:ext cx="186814" cy="224703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786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055E0-A7A0-8E22-154D-358FB2B85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807" y="1988023"/>
            <a:ext cx="2871019" cy="780495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Online</a:t>
            </a:r>
            <a:endParaRPr lang="en-IN" sz="32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902B8-DC80-781C-F05E-BDEE6218CACD}"/>
              </a:ext>
            </a:extLst>
          </p:cNvPr>
          <p:cNvSpPr txBox="1"/>
          <p:nvPr/>
        </p:nvSpPr>
        <p:spPr>
          <a:xfrm>
            <a:off x="5456905" y="2183743"/>
            <a:ext cx="3303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Offline</a:t>
            </a:r>
            <a:endParaRPr lang="en-IN" sz="32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7F5840-291E-A558-72F9-790A8CC3E275}"/>
              </a:ext>
            </a:extLst>
          </p:cNvPr>
          <p:cNvSpPr txBox="1"/>
          <p:nvPr/>
        </p:nvSpPr>
        <p:spPr>
          <a:xfrm>
            <a:off x="2320412" y="3028890"/>
            <a:ext cx="3775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Online Website</a:t>
            </a:r>
            <a:endParaRPr lang="en-IN" sz="20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38E362-8F72-4BCB-FBE7-4F582930022A}"/>
              </a:ext>
            </a:extLst>
          </p:cNvPr>
          <p:cNvSpPr txBox="1"/>
          <p:nvPr/>
        </p:nvSpPr>
        <p:spPr>
          <a:xfrm>
            <a:off x="2325329" y="3768757"/>
            <a:ext cx="3401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Online App</a:t>
            </a:r>
            <a:endParaRPr lang="en-IN" sz="20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D212B7-FA5F-5E3F-37E1-CD139826999B}"/>
              </a:ext>
            </a:extLst>
          </p:cNvPr>
          <p:cNvSpPr txBox="1"/>
          <p:nvPr/>
        </p:nvSpPr>
        <p:spPr>
          <a:xfrm>
            <a:off x="5545394" y="3028890"/>
            <a:ext cx="3215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1500" indent="-571500">
              <a:buFont typeface="Wingdings" panose="05000000000000000000" pitchFamily="2" charset="2"/>
              <a:buChar char="Ø"/>
              <a:defRPr sz="32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sz="2000" dirty="0"/>
              <a:t>Offline Agent</a:t>
            </a:r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EAFA7-8A75-DD84-B018-7171A07770AF}"/>
              </a:ext>
            </a:extLst>
          </p:cNvPr>
          <p:cNvSpPr txBox="1"/>
          <p:nvPr/>
        </p:nvSpPr>
        <p:spPr>
          <a:xfrm>
            <a:off x="5545394" y="3768757"/>
            <a:ext cx="3401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Offline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Direct</a:t>
            </a:r>
            <a:endParaRPr lang="en-IN" sz="20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83B0D1-E1D4-55E7-1A54-243A3AEE8D81}"/>
              </a:ext>
            </a:extLst>
          </p:cNvPr>
          <p:cNvSpPr txBox="1"/>
          <p:nvPr/>
        </p:nvSpPr>
        <p:spPr>
          <a:xfrm>
            <a:off x="2320413" y="372098"/>
            <a:ext cx="53979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3">
                    <a:lumMod val="75000"/>
                  </a:schemeClr>
                </a:solidFill>
              </a:rPr>
              <a:t>Sales Mode</a:t>
            </a:r>
            <a:endParaRPr lang="en-IN" sz="6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296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ED92-CECF-46E0-B369-580ED08E9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233" y="1119022"/>
            <a:ext cx="3293806" cy="89325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Dataset</a:t>
            </a:r>
            <a:endParaRPr lang="en-IN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10BCD0-4FE3-E6E9-4EC1-4C9232198CB5}"/>
              </a:ext>
            </a:extLst>
          </p:cNvPr>
          <p:cNvSpPr txBox="1"/>
          <p:nvPr/>
        </p:nvSpPr>
        <p:spPr>
          <a:xfrm>
            <a:off x="1524000" y="2949055"/>
            <a:ext cx="3475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1. </a:t>
            </a:r>
            <a:r>
              <a:rPr lang="en-IN" sz="2400" dirty="0">
                <a:solidFill>
                  <a:schemeClr val="tx1">
                    <a:lumMod val="85000"/>
                  </a:schemeClr>
                </a:solidFill>
              </a:rPr>
              <a:t>Dim Customer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4DE540-19C2-D492-E578-05A0AEC7345B}"/>
              </a:ext>
            </a:extLst>
          </p:cNvPr>
          <p:cNvSpPr txBox="1"/>
          <p:nvPr/>
        </p:nvSpPr>
        <p:spPr>
          <a:xfrm>
            <a:off x="1524001" y="3524864"/>
            <a:ext cx="3215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2. </a:t>
            </a:r>
            <a:r>
              <a:rPr lang="en-IN" sz="2400" dirty="0">
                <a:solidFill>
                  <a:schemeClr val="tx2">
                    <a:lumMod val="75000"/>
                  </a:schemeClr>
                </a:solidFill>
              </a:rPr>
              <a:t>Dim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2DF935-48E6-6BEC-0E46-9BBCC1AB95F5}"/>
              </a:ext>
            </a:extLst>
          </p:cNvPr>
          <p:cNvSpPr txBox="1"/>
          <p:nvPr/>
        </p:nvSpPr>
        <p:spPr>
          <a:xfrm>
            <a:off x="1524000" y="4159496"/>
            <a:ext cx="237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3. </a:t>
            </a:r>
            <a:r>
              <a:rPr lang="en-IN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Dim policies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7851C1-A0AE-0321-6343-5AF6B200AF1A}"/>
              </a:ext>
            </a:extLst>
          </p:cNvPr>
          <p:cNvSpPr txBox="1"/>
          <p:nvPr/>
        </p:nvSpPr>
        <p:spPr>
          <a:xfrm>
            <a:off x="1524000" y="4784918"/>
            <a:ext cx="237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4</a:t>
            </a:r>
            <a:r>
              <a:rPr lang="en-IN" dirty="0"/>
              <a:t>. </a:t>
            </a:r>
            <a:r>
              <a:rPr lang="en-IN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Fact premiums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9BBF2-FC9A-E6E3-660B-75C79E949CA9}"/>
              </a:ext>
            </a:extLst>
          </p:cNvPr>
          <p:cNvSpPr txBox="1"/>
          <p:nvPr/>
        </p:nvSpPr>
        <p:spPr>
          <a:xfrm>
            <a:off x="1523999" y="5430767"/>
            <a:ext cx="25563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5</a:t>
            </a:r>
            <a:r>
              <a:rPr lang="en-IN" dirty="0"/>
              <a:t>.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Fact settlements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0584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EB70D-8876-1BB9-7248-A283F516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2032666"/>
          </a:xfrm>
        </p:spPr>
        <p:txBody>
          <a:bodyPr>
            <a:normAutofit/>
          </a:bodyPr>
          <a:lstStyle/>
          <a:p>
            <a:pPr algn="ctr"/>
            <a:r>
              <a:rPr lang="en-US" sz="4600" b="1" dirty="0"/>
              <a:t>Recommendations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5DB5C-ED6A-F13D-E8F3-04B1C939F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054942"/>
            <a:ext cx="10134600" cy="412202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"</a:t>
            </a:r>
            <a:r>
              <a:rPr lang="en-US" sz="1800" dirty="0"/>
              <a:t>Boost Top Channels – Fix low performers.“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/>
              <a:t>"Prioritize 31–50, win back inactive.“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/>
              <a:t>Offer Better Policy Combos – Combine popular and high-value policies.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/>
              <a:t>Track Monthly Trends – Watch for sales drops and act quickly.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/>
              <a:t>Improve Data Accuracy – Keep customer details complete and correct.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78065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2FA-2BE4-CBBD-79FB-C87B50DE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826188"/>
          </a:xfrm>
        </p:spPr>
        <p:txBody>
          <a:bodyPr>
            <a:normAutofit/>
          </a:bodyPr>
          <a:lstStyle/>
          <a:p>
            <a:pPr algn="ctr"/>
            <a:r>
              <a:rPr lang="en-IN" sz="46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3D2AE-82A0-6F98-F665-D04968AA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355" y="2064773"/>
            <a:ext cx="9665110" cy="4112189"/>
          </a:xfrm>
        </p:spPr>
        <p:txBody>
          <a:bodyPr>
            <a:normAutofit/>
          </a:bodyPr>
          <a:lstStyle/>
          <a:p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"This project turned raw insurance data into clear, actionable insights — enabling smarter decisions, higher revenue, and better customer retention. It showcases my ability to deliver business value through data analytics."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12549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Cute Thank You Pictures For Powerpoint Presentation">
            <a:extLst>
              <a:ext uri="{FF2B5EF4-FFF2-40B4-BE49-F238E27FC236}">
                <a16:creationId xmlns:a16="http://schemas.microsoft.com/office/drawing/2014/main" id="{111751F8-80C4-2A0F-B589-42FD2E8A1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8113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354</TotalTime>
  <Words>323</Words>
  <Application>Microsoft Office PowerPoint</Application>
  <PresentationFormat>Widescreen</PresentationFormat>
  <Paragraphs>87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Shield Insurance</vt:lpstr>
      <vt:lpstr>Topics</vt:lpstr>
      <vt:lpstr>                SHIELD INSURANCE </vt:lpstr>
      <vt:lpstr>Project Objective </vt:lpstr>
      <vt:lpstr>PowerPoint Presentation</vt:lpstr>
      <vt:lpstr>Cities</vt:lpstr>
      <vt:lpstr>Online</vt:lpstr>
      <vt:lpstr>Dataset</vt:lpstr>
      <vt:lpstr>Recommendations </vt:lpstr>
      <vt:lpstr>Conclusion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manda narendra</dc:creator>
  <cp:lastModifiedBy>manda narendra</cp:lastModifiedBy>
  <cp:revision>10</cp:revision>
  <dcterms:created xsi:type="dcterms:W3CDTF">2025-08-05T15:24:12Z</dcterms:created>
  <dcterms:modified xsi:type="dcterms:W3CDTF">2025-08-09T16:52:31Z</dcterms:modified>
</cp:coreProperties>
</file>